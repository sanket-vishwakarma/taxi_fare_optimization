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4" d="100"/>
          <a:sy n="74" d="100"/>
        </p:scale>
        <p:origin x="1042"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9"/>
        <p:cNvGrpSpPr/>
        <p:nvPr/>
      </p:nvGrpSpPr>
      <p:grpSpPr>
        <a:xfrm>
          <a:off x="0" y="0"/>
          <a:ext cx="0" cy="0"/>
          <a:chOff x="0" y="0"/>
          <a:chExt cx="0" cy="0"/>
        </a:xfrm>
      </p:grpSpPr>
      <p:grpSp>
        <p:nvGrpSpPr>
          <p:cNvPr id="10" name="Google Shape;10;p2"/>
          <p:cNvGrpSpPr/>
          <p:nvPr/>
        </p:nvGrpSpPr>
        <p:grpSpPr>
          <a:xfrm flipH="1">
            <a:off x="1216968" y="0"/>
            <a:ext cx="10975033" cy="5775400"/>
            <a:chOff x="0" y="0"/>
            <a:chExt cx="8231275" cy="4331550"/>
          </a:xfrm>
        </p:grpSpPr>
        <p:pic>
          <p:nvPicPr>
            <p:cNvPr id="11" name="Google Shape;11;p2"/>
            <p:cNvPicPr preferRelativeResize="0"/>
            <p:nvPr/>
          </p:nvPicPr>
          <p:blipFill>
            <a:blip r:embed="rId2">
              <a:alphaModFix/>
            </a:blip>
            <a:stretch>
              <a:fillRect/>
            </a:stretch>
          </p:blipFill>
          <p:spPr>
            <a:xfrm>
              <a:off x="685975" y="3434875"/>
              <a:ext cx="1371975" cy="896675"/>
            </a:xfrm>
            <a:prstGeom prst="rect">
              <a:avLst/>
            </a:prstGeom>
            <a:noFill/>
            <a:ln>
              <a:noFill/>
            </a:ln>
          </p:spPr>
        </p:pic>
        <p:grpSp>
          <p:nvGrpSpPr>
            <p:cNvPr id="12" name="Google Shape;12;p2"/>
            <p:cNvGrpSpPr/>
            <p:nvPr/>
          </p:nvGrpSpPr>
          <p:grpSpPr>
            <a:xfrm>
              <a:off x="0" y="2747250"/>
              <a:ext cx="3429750" cy="896675"/>
              <a:chOff x="0" y="0"/>
              <a:chExt cx="3429750" cy="896675"/>
            </a:xfrm>
          </p:grpSpPr>
          <p:pic>
            <p:nvPicPr>
              <p:cNvPr id="13" name="Google Shape;13;p2"/>
              <p:cNvPicPr preferRelativeResize="0"/>
              <p:nvPr/>
            </p:nvPicPr>
            <p:blipFill>
              <a:blip r:embed="rId2">
                <a:alphaModFix/>
              </a:blip>
              <a:stretch>
                <a:fillRect/>
              </a:stretch>
            </p:blipFill>
            <p:spPr>
              <a:xfrm>
                <a:off x="0" y="0"/>
                <a:ext cx="1371975" cy="896675"/>
              </a:xfrm>
              <a:prstGeom prst="rect">
                <a:avLst/>
              </a:prstGeom>
              <a:noFill/>
              <a:ln>
                <a:noFill/>
              </a:ln>
            </p:spPr>
          </p:pic>
          <p:pic>
            <p:nvPicPr>
              <p:cNvPr id="14" name="Google Shape;14;p2"/>
              <p:cNvPicPr preferRelativeResize="0"/>
              <p:nvPr/>
            </p:nvPicPr>
            <p:blipFill>
              <a:blip r:embed="rId2">
                <a:alphaModFix/>
              </a:blip>
              <a:stretch>
                <a:fillRect/>
              </a:stretch>
            </p:blipFill>
            <p:spPr>
              <a:xfrm>
                <a:off x="2057775" y="0"/>
                <a:ext cx="1371975" cy="896675"/>
              </a:xfrm>
              <a:prstGeom prst="rect">
                <a:avLst/>
              </a:prstGeom>
              <a:noFill/>
              <a:ln>
                <a:noFill/>
              </a:ln>
            </p:spPr>
          </p:pic>
        </p:grpSp>
        <p:grpSp>
          <p:nvGrpSpPr>
            <p:cNvPr id="15" name="Google Shape;15;p2"/>
            <p:cNvGrpSpPr/>
            <p:nvPr/>
          </p:nvGrpSpPr>
          <p:grpSpPr>
            <a:xfrm>
              <a:off x="685975" y="2061250"/>
              <a:ext cx="3429750" cy="896675"/>
              <a:chOff x="0" y="0"/>
              <a:chExt cx="3429750" cy="896675"/>
            </a:xfrm>
          </p:grpSpPr>
          <p:pic>
            <p:nvPicPr>
              <p:cNvPr id="16" name="Google Shape;16;p2"/>
              <p:cNvPicPr preferRelativeResize="0"/>
              <p:nvPr/>
            </p:nvPicPr>
            <p:blipFill>
              <a:blip r:embed="rId2">
                <a:alphaModFix/>
              </a:blip>
              <a:stretch>
                <a:fillRect/>
              </a:stretch>
            </p:blipFill>
            <p:spPr>
              <a:xfrm>
                <a:off x="0" y="0"/>
                <a:ext cx="1371975" cy="896675"/>
              </a:xfrm>
              <a:prstGeom prst="rect">
                <a:avLst/>
              </a:prstGeom>
              <a:noFill/>
              <a:ln>
                <a:noFill/>
              </a:ln>
            </p:spPr>
          </p:pic>
          <p:pic>
            <p:nvPicPr>
              <p:cNvPr id="17" name="Google Shape;17;p2"/>
              <p:cNvPicPr preferRelativeResize="0"/>
              <p:nvPr/>
            </p:nvPicPr>
            <p:blipFill>
              <a:blip r:embed="rId2">
                <a:alphaModFix/>
              </a:blip>
              <a:stretch>
                <a:fillRect/>
              </a:stretch>
            </p:blipFill>
            <p:spPr>
              <a:xfrm>
                <a:off x="2057775" y="0"/>
                <a:ext cx="1371975" cy="896675"/>
              </a:xfrm>
              <a:prstGeom prst="rect">
                <a:avLst/>
              </a:prstGeom>
              <a:noFill/>
              <a:ln>
                <a:noFill/>
              </a:ln>
            </p:spPr>
          </p:pic>
        </p:grpSp>
        <p:grpSp>
          <p:nvGrpSpPr>
            <p:cNvPr id="18" name="Google Shape;18;p2"/>
            <p:cNvGrpSpPr/>
            <p:nvPr/>
          </p:nvGrpSpPr>
          <p:grpSpPr>
            <a:xfrm>
              <a:off x="0" y="1373625"/>
              <a:ext cx="3429750" cy="896675"/>
              <a:chOff x="0" y="0"/>
              <a:chExt cx="3429750" cy="896675"/>
            </a:xfrm>
          </p:grpSpPr>
          <p:pic>
            <p:nvPicPr>
              <p:cNvPr id="19" name="Google Shape;19;p2"/>
              <p:cNvPicPr preferRelativeResize="0"/>
              <p:nvPr/>
            </p:nvPicPr>
            <p:blipFill>
              <a:blip r:embed="rId2">
                <a:alphaModFix/>
              </a:blip>
              <a:stretch>
                <a:fillRect/>
              </a:stretch>
            </p:blipFill>
            <p:spPr>
              <a:xfrm>
                <a:off x="0" y="0"/>
                <a:ext cx="1371975" cy="896675"/>
              </a:xfrm>
              <a:prstGeom prst="rect">
                <a:avLst/>
              </a:prstGeom>
              <a:noFill/>
              <a:ln>
                <a:noFill/>
              </a:ln>
            </p:spPr>
          </p:pic>
          <p:pic>
            <p:nvPicPr>
              <p:cNvPr id="20" name="Google Shape;20;p2"/>
              <p:cNvPicPr preferRelativeResize="0"/>
              <p:nvPr/>
            </p:nvPicPr>
            <p:blipFill>
              <a:blip r:embed="rId2">
                <a:alphaModFix/>
              </a:blip>
              <a:stretch>
                <a:fillRect/>
              </a:stretch>
            </p:blipFill>
            <p:spPr>
              <a:xfrm>
                <a:off x="2057775" y="0"/>
                <a:ext cx="1371975" cy="896675"/>
              </a:xfrm>
              <a:prstGeom prst="rect">
                <a:avLst/>
              </a:prstGeom>
              <a:noFill/>
              <a:ln>
                <a:noFill/>
              </a:ln>
            </p:spPr>
          </p:pic>
        </p:grpSp>
        <p:grpSp>
          <p:nvGrpSpPr>
            <p:cNvPr id="21" name="Google Shape;21;p2"/>
            <p:cNvGrpSpPr/>
            <p:nvPr/>
          </p:nvGrpSpPr>
          <p:grpSpPr>
            <a:xfrm>
              <a:off x="685975" y="687625"/>
              <a:ext cx="7545300" cy="896675"/>
              <a:chOff x="0" y="0"/>
              <a:chExt cx="7545300" cy="896675"/>
            </a:xfrm>
          </p:grpSpPr>
          <p:pic>
            <p:nvPicPr>
              <p:cNvPr id="22" name="Google Shape;22;p2"/>
              <p:cNvPicPr preferRelativeResize="0"/>
              <p:nvPr/>
            </p:nvPicPr>
            <p:blipFill>
              <a:blip r:embed="rId2">
                <a:alphaModFix/>
              </a:blip>
              <a:stretch>
                <a:fillRect/>
              </a:stretch>
            </p:blipFill>
            <p:spPr>
              <a:xfrm>
                <a:off x="0" y="0"/>
                <a:ext cx="1371975" cy="896675"/>
              </a:xfrm>
              <a:prstGeom prst="rect">
                <a:avLst/>
              </a:prstGeom>
              <a:noFill/>
              <a:ln>
                <a:noFill/>
              </a:ln>
            </p:spPr>
          </p:pic>
          <p:pic>
            <p:nvPicPr>
              <p:cNvPr id="23" name="Google Shape;23;p2"/>
              <p:cNvPicPr preferRelativeResize="0"/>
              <p:nvPr/>
            </p:nvPicPr>
            <p:blipFill>
              <a:blip r:embed="rId2">
                <a:alphaModFix/>
              </a:blip>
              <a:stretch>
                <a:fillRect/>
              </a:stretch>
            </p:blipFill>
            <p:spPr>
              <a:xfrm>
                <a:off x="2057775" y="0"/>
                <a:ext cx="1371975" cy="896675"/>
              </a:xfrm>
              <a:prstGeom prst="rect">
                <a:avLst/>
              </a:prstGeom>
              <a:noFill/>
              <a:ln>
                <a:noFill/>
              </a:ln>
            </p:spPr>
          </p:pic>
          <p:pic>
            <p:nvPicPr>
              <p:cNvPr id="24" name="Google Shape;24;p2"/>
              <p:cNvPicPr preferRelativeResize="0"/>
              <p:nvPr/>
            </p:nvPicPr>
            <p:blipFill>
              <a:blip r:embed="rId2">
                <a:alphaModFix/>
              </a:blip>
              <a:stretch>
                <a:fillRect/>
              </a:stretch>
            </p:blipFill>
            <p:spPr>
              <a:xfrm>
                <a:off x="4115550" y="0"/>
                <a:ext cx="1371975" cy="896675"/>
              </a:xfrm>
              <a:prstGeom prst="rect">
                <a:avLst/>
              </a:prstGeom>
              <a:noFill/>
              <a:ln>
                <a:noFill/>
              </a:ln>
            </p:spPr>
          </p:pic>
          <p:pic>
            <p:nvPicPr>
              <p:cNvPr id="25" name="Google Shape;25;p2"/>
              <p:cNvPicPr preferRelativeResize="0"/>
              <p:nvPr/>
            </p:nvPicPr>
            <p:blipFill>
              <a:blip r:embed="rId2">
                <a:alphaModFix/>
              </a:blip>
              <a:stretch>
                <a:fillRect/>
              </a:stretch>
            </p:blipFill>
            <p:spPr>
              <a:xfrm>
                <a:off x="6173325" y="0"/>
                <a:ext cx="1371975" cy="896675"/>
              </a:xfrm>
              <a:prstGeom prst="rect">
                <a:avLst/>
              </a:prstGeom>
              <a:noFill/>
              <a:ln>
                <a:noFill/>
              </a:ln>
            </p:spPr>
          </p:pic>
        </p:grpSp>
        <p:grpSp>
          <p:nvGrpSpPr>
            <p:cNvPr id="26" name="Google Shape;26;p2"/>
            <p:cNvGrpSpPr/>
            <p:nvPr/>
          </p:nvGrpSpPr>
          <p:grpSpPr>
            <a:xfrm>
              <a:off x="0" y="0"/>
              <a:ext cx="7545300" cy="896675"/>
              <a:chOff x="0" y="0"/>
              <a:chExt cx="7545300" cy="896675"/>
            </a:xfrm>
          </p:grpSpPr>
          <p:pic>
            <p:nvPicPr>
              <p:cNvPr id="27" name="Google Shape;27;p2"/>
              <p:cNvPicPr preferRelativeResize="0"/>
              <p:nvPr/>
            </p:nvPicPr>
            <p:blipFill>
              <a:blip r:embed="rId2">
                <a:alphaModFix/>
              </a:blip>
              <a:stretch>
                <a:fillRect/>
              </a:stretch>
            </p:blipFill>
            <p:spPr>
              <a:xfrm>
                <a:off x="0" y="0"/>
                <a:ext cx="1371975" cy="896675"/>
              </a:xfrm>
              <a:prstGeom prst="rect">
                <a:avLst/>
              </a:prstGeom>
              <a:noFill/>
              <a:ln>
                <a:noFill/>
              </a:ln>
            </p:spPr>
          </p:pic>
          <p:pic>
            <p:nvPicPr>
              <p:cNvPr id="28" name="Google Shape;28;p2"/>
              <p:cNvPicPr preferRelativeResize="0"/>
              <p:nvPr/>
            </p:nvPicPr>
            <p:blipFill>
              <a:blip r:embed="rId2">
                <a:alphaModFix/>
              </a:blip>
              <a:stretch>
                <a:fillRect/>
              </a:stretch>
            </p:blipFill>
            <p:spPr>
              <a:xfrm>
                <a:off x="2057775" y="0"/>
                <a:ext cx="1371975" cy="896675"/>
              </a:xfrm>
              <a:prstGeom prst="rect">
                <a:avLst/>
              </a:prstGeom>
              <a:noFill/>
              <a:ln>
                <a:noFill/>
              </a:ln>
            </p:spPr>
          </p:pic>
          <p:pic>
            <p:nvPicPr>
              <p:cNvPr id="29" name="Google Shape;29;p2"/>
              <p:cNvPicPr preferRelativeResize="0"/>
              <p:nvPr/>
            </p:nvPicPr>
            <p:blipFill>
              <a:blip r:embed="rId2">
                <a:alphaModFix/>
              </a:blip>
              <a:stretch>
                <a:fillRect/>
              </a:stretch>
            </p:blipFill>
            <p:spPr>
              <a:xfrm>
                <a:off x="4115550" y="0"/>
                <a:ext cx="1371975" cy="896675"/>
              </a:xfrm>
              <a:prstGeom prst="rect">
                <a:avLst/>
              </a:prstGeom>
              <a:noFill/>
              <a:ln>
                <a:noFill/>
              </a:ln>
            </p:spPr>
          </p:pic>
          <p:pic>
            <p:nvPicPr>
              <p:cNvPr id="30" name="Google Shape;30;p2"/>
              <p:cNvPicPr preferRelativeResize="0"/>
              <p:nvPr/>
            </p:nvPicPr>
            <p:blipFill>
              <a:blip r:embed="rId2">
                <a:alphaModFix/>
              </a:blip>
              <a:stretch>
                <a:fillRect/>
              </a:stretch>
            </p:blipFill>
            <p:spPr>
              <a:xfrm>
                <a:off x="6173325" y="0"/>
                <a:ext cx="1371975" cy="896675"/>
              </a:xfrm>
              <a:prstGeom prst="rect">
                <a:avLst/>
              </a:prstGeom>
              <a:noFill/>
              <a:ln>
                <a:noFill/>
              </a:ln>
            </p:spPr>
          </p:pic>
        </p:grpSp>
      </p:grpSp>
      <p:sp>
        <p:nvSpPr>
          <p:cNvPr id="31" name="Google Shape;31;p2"/>
          <p:cNvSpPr txBox="1">
            <a:spLocks noGrp="1"/>
          </p:cNvSpPr>
          <p:nvPr>
            <p:ph type="ctrTitle"/>
          </p:nvPr>
        </p:nvSpPr>
        <p:spPr>
          <a:xfrm>
            <a:off x="2703496" y="2604420"/>
            <a:ext cx="6764400" cy="1546400"/>
          </a:xfrm>
          <a:prstGeom prst="rect">
            <a:avLst/>
          </a:prstGeom>
        </p:spPr>
        <p:txBody>
          <a:bodyPr spcFirstLastPara="1" wrap="square" lIns="0" tIns="0" rIns="0" bIns="0" anchor="ctr" anchorCtr="0">
            <a:noAutofit/>
          </a:bodyPr>
          <a:lstStyle>
            <a:lvl1pPr lvl="0">
              <a:spcBef>
                <a:spcPts val="0"/>
              </a:spcBef>
              <a:spcAft>
                <a:spcPts val="0"/>
              </a:spcAft>
              <a:buSzPts val="4800"/>
              <a:buNone/>
              <a:defRPr sz="6400"/>
            </a:lvl1pPr>
            <a:lvl2pPr lvl="1">
              <a:spcBef>
                <a:spcPts val="0"/>
              </a:spcBef>
              <a:spcAft>
                <a:spcPts val="0"/>
              </a:spcAft>
              <a:buSzPts val="4800"/>
              <a:buNone/>
              <a:defRPr sz="6400"/>
            </a:lvl2pPr>
            <a:lvl3pPr lvl="2">
              <a:spcBef>
                <a:spcPts val="0"/>
              </a:spcBef>
              <a:spcAft>
                <a:spcPts val="0"/>
              </a:spcAft>
              <a:buSzPts val="4800"/>
              <a:buNone/>
              <a:defRPr sz="6400"/>
            </a:lvl3pPr>
            <a:lvl4pPr lvl="3">
              <a:spcBef>
                <a:spcPts val="0"/>
              </a:spcBef>
              <a:spcAft>
                <a:spcPts val="0"/>
              </a:spcAft>
              <a:buSzPts val="4800"/>
              <a:buNone/>
              <a:defRPr sz="6400"/>
            </a:lvl4pPr>
            <a:lvl5pPr lvl="4">
              <a:spcBef>
                <a:spcPts val="0"/>
              </a:spcBef>
              <a:spcAft>
                <a:spcPts val="0"/>
              </a:spcAft>
              <a:buSzPts val="4800"/>
              <a:buNone/>
              <a:defRPr sz="6400"/>
            </a:lvl5pPr>
            <a:lvl6pPr lvl="5">
              <a:spcBef>
                <a:spcPts val="0"/>
              </a:spcBef>
              <a:spcAft>
                <a:spcPts val="0"/>
              </a:spcAft>
              <a:buSzPts val="4800"/>
              <a:buNone/>
              <a:defRPr sz="6400"/>
            </a:lvl6pPr>
            <a:lvl7pPr lvl="6">
              <a:spcBef>
                <a:spcPts val="0"/>
              </a:spcBef>
              <a:spcAft>
                <a:spcPts val="0"/>
              </a:spcAft>
              <a:buSzPts val="4800"/>
              <a:buNone/>
              <a:defRPr sz="6400"/>
            </a:lvl7pPr>
            <a:lvl8pPr lvl="7">
              <a:spcBef>
                <a:spcPts val="0"/>
              </a:spcBef>
              <a:spcAft>
                <a:spcPts val="0"/>
              </a:spcAft>
              <a:buSzPts val="4800"/>
              <a:buNone/>
              <a:defRPr sz="6400"/>
            </a:lvl8pPr>
            <a:lvl9pPr lvl="8">
              <a:spcBef>
                <a:spcPts val="0"/>
              </a:spcBef>
              <a:spcAft>
                <a:spcPts val="0"/>
              </a:spcAft>
              <a:buSzPts val="4800"/>
              <a:buNone/>
              <a:defRPr sz="6400"/>
            </a:lvl9pPr>
          </a:lstStyle>
          <a:p>
            <a:r>
              <a:rPr lang="en-US"/>
              <a:t>Click to edit Master title style</a:t>
            </a:r>
            <a:endParaRPr/>
          </a:p>
        </p:txBody>
      </p:sp>
      <p:grpSp>
        <p:nvGrpSpPr>
          <p:cNvPr id="32" name="Google Shape;32;p2"/>
          <p:cNvGrpSpPr/>
          <p:nvPr/>
        </p:nvGrpSpPr>
        <p:grpSpPr>
          <a:xfrm flipH="1">
            <a:off x="1" y="4117464"/>
            <a:ext cx="5487633" cy="3027067"/>
            <a:chOff x="4115550" y="2061250"/>
            <a:chExt cx="4115725" cy="2270300"/>
          </a:xfrm>
        </p:grpSpPr>
        <p:grpSp>
          <p:nvGrpSpPr>
            <p:cNvPr id="33" name="Google Shape;33;p2"/>
            <p:cNvGrpSpPr/>
            <p:nvPr/>
          </p:nvGrpSpPr>
          <p:grpSpPr>
            <a:xfrm>
              <a:off x="4801525" y="3434875"/>
              <a:ext cx="3429750" cy="896675"/>
              <a:chOff x="4115550" y="0"/>
              <a:chExt cx="3429750" cy="896675"/>
            </a:xfrm>
          </p:grpSpPr>
          <p:pic>
            <p:nvPicPr>
              <p:cNvPr id="34" name="Google Shape;34;p2"/>
              <p:cNvPicPr preferRelativeResize="0"/>
              <p:nvPr/>
            </p:nvPicPr>
            <p:blipFill>
              <a:blip r:embed="rId2">
                <a:alphaModFix/>
              </a:blip>
              <a:stretch>
                <a:fillRect/>
              </a:stretch>
            </p:blipFill>
            <p:spPr>
              <a:xfrm>
                <a:off x="4115550" y="0"/>
                <a:ext cx="1371975" cy="896675"/>
              </a:xfrm>
              <a:prstGeom prst="rect">
                <a:avLst/>
              </a:prstGeom>
              <a:noFill/>
              <a:ln>
                <a:noFill/>
              </a:ln>
            </p:spPr>
          </p:pic>
          <p:pic>
            <p:nvPicPr>
              <p:cNvPr id="35" name="Google Shape;35;p2"/>
              <p:cNvPicPr preferRelativeResize="0"/>
              <p:nvPr/>
            </p:nvPicPr>
            <p:blipFill>
              <a:blip r:embed="rId2">
                <a:alphaModFix/>
              </a:blip>
              <a:stretch>
                <a:fillRect/>
              </a:stretch>
            </p:blipFill>
            <p:spPr>
              <a:xfrm>
                <a:off x="6173325" y="0"/>
                <a:ext cx="1371975" cy="896675"/>
              </a:xfrm>
              <a:prstGeom prst="rect">
                <a:avLst/>
              </a:prstGeom>
              <a:noFill/>
              <a:ln>
                <a:noFill/>
              </a:ln>
            </p:spPr>
          </p:pic>
        </p:grpSp>
        <p:grpSp>
          <p:nvGrpSpPr>
            <p:cNvPr id="36" name="Google Shape;36;p2"/>
            <p:cNvGrpSpPr/>
            <p:nvPr/>
          </p:nvGrpSpPr>
          <p:grpSpPr>
            <a:xfrm>
              <a:off x="4115550" y="2747250"/>
              <a:ext cx="3429750" cy="896675"/>
              <a:chOff x="4115550" y="0"/>
              <a:chExt cx="3429750" cy="896675"/>
            </a:xfrm>
          </p:grpSpPr>
          <p:pic>
            <p:nvPicPr>
              <p:cNvPr id="37" name="Google Shape;37;p2"/>
              <p:cNvPicPr preferRelativeResize="0"/>
              <p:nvPr/>
            </p:nvPicPr>
            <p:blipFill>
              <a:blip r:embed="rId2">
                <a:alphaModFix/>
              </a:blip>
              <a:stretch>
                <a:fillRect/>
              </a:stretch>
            </p:blipFill>
            <p:spPr>
              <a:xfrm>
                <a:off x="4115550" y="0"/>
                <a:ext cx="1371975" cy="896675"/>
              </a:xfrm>
              <a:prstGeom prst="rect">
                <a:avLst/>
              </a:prstGeom>
              <a:noFill/>
              <a:ln>
                <a:noFill/>
              </a:ln>
            </p:spPr>
          </p:pic>
          <p:pic>
            <p:nvPicPr>
              <p:cNvPr id="38" name="Google Shape;38;p2"/>
              <p:cNvPicPr preferRelativeResize="0"/>
              <p:nvPr/>
            </p:nvPicPr>
            <p:blipFill>
              <a:blip r:embed="rId2">
                <a:alphaModFix/>
              </a:blip>
              <a:stretch>
                <a:fillRect/>
              </a:stretch>
            </p:blipFill>
            <p:spPr>
              <a:xfrm>
                <a:off x="6173325" y="0"/>
                <a:ext cx="1371975" cy="896675"/>
              </a:xfrm>
              <a:prstGeom prst="rect">
                <a:avLst/>
              </a:prstGeom>
              <a:noFill/>
              <a:ln>
                <a:noFill/>
              </a:ln>
            </p:spPr>
          </p:pic>
        </p:grpSp>
        <p:pic>
          <p:nvPicPr>
            <p:cNvPr id="39" name="Google Shape;39;p2"/>
            <p:cNvPicPr preferRelativeResize="0"/>
            <p:nvPr/>
          </p:nvPicPr>
          <p:blipFill>
            <a:blip r:embed="rId2">
              <a:alphaModFix/>
            </a:blip>
            <a:stretch>
              <a:fillRect/>
            </a:stretch>
          </p:blipFill>
          <p:spPr>
            <a:xfrm>
              <a:off x="6859300" y="2061250"/>
              <a:ext cx="1371975" cy="896675"/>
            </a:xfrm>
            <a:prstGeom prst="rect">
              <a:avLst/>
            </a:prstGeom>
            <a:noFill/>
            <a:ln>
              <a:noFill/>
            </a:ln>
          </p:spPr>
        </p:pic>
      </p:grpSp>
    </p:spTree>
    <p:extLst>
      <p:ext uri="{BB962C8B-B14F-4D97-AF65-F5344CB8AC3E}">
        <p14:creationId xmlns:p14="http://schemas.microsoft.com/office/powerpoint/2010/main" val="36501109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ubtitle">
  <p:cSld name="Subtitle">
    <p:spTree>
      <p:nvGrpSpPr>
        <p:cNvPr id="1" name="Shape 40"/>
        <p:cNvGrpSpPr/>
        <p:nvPr/>
      </p:nvGrpSpPr>
      <p:grpSpPr>
        <a:xfrm>
          <a:off x="0" y="0"/>
          <a:ext cx="0" cy="0"/>
          <a:chOff x="0" y="0"/>
          <a:chExt cx="0" cy="0"/>
        </a:xfrm>
      </p:grpSpPr>
      <p:grpSp>
        <p:nvGrpSpPr>
          <p:cNvPr id="41" name="Google Shape;41;p3"/>
          <p:cNvGrpSpPr/>
          <p:nvPr/>
        </p:nvGrpSpPr>
        <p:grpSpPr>
          <a:xfrm flipH="1">
            <a:off x="1216968" y="0"/>
            <a:ext cx="10975033" cy="5775400"/>
            <a:chOff x="0" y="0"/>
            <a:chExt cx="8231275" cy="4331550"/>
          </a:xfrm>
        </p:grpSpPr>
        <p:pic>
          <p:nvPicPr>
            <p:cNvPr id="42" name="Google Shape;42;p3"/>
            <p:cNvPicPr preferRelativeResize="0"/>
            <p:nvPr/>
          </p:nvPicPr>
          <p:blipFill>
            <a:blip r:embed="rId2">
              <a:alphaModFix/>
            </a:blip>
            <a:stretch>
              <a:fillRect/>
            </a:stretch>
          </p:blipFill>
          <p:spPr>
            <a:xfrm>
              <a:off x="685975" y="3434875"/>
              <a:ext cx="1371975" cy="896675"/>
            </a:xfrm>
            <a:prstGeom prst="rect">
              <a:avLst/>
            </a:prstGeom>
            <a:noFill/>
            <a:ln>
              <a:noFill/>
            </a:ln>
          </p:spPr>
        </p:pic>
        <p:grpSp>
          <p:nvGrpSpPr>
            <p:cNvPr id="43" name="Google Shape;43;p3"/>
            <p:cNvGrpSpPr/>
            <p:nvPr/>
          </p:nvGrpSpPr>
          <p:grpSpPr>
            <a:xfrm>
              <a:off x="0" y="2747250"/>
              <a:ext cx="3429750" cy="896675"/>
              <a:chOff x="0" y="0"/>
              <a:chExt cx="3429750" cy="896675"/>
            </a:xfrm>
          </p:grpSpPr>
          <p:pic>
            <p:nvPicPr>
              <p:cNvPr id="44" name="Google Shape;44;p3"/>
              <p:cNvPicPr preferRelativeResize="0"/>
              <p:nvPr/>
            </p:nvPicPr>
            <p:blipFill>
              <a:blip r:embed="rId2">
                <a:alphaModFix/>
              </a:blip>
              <a:stretch>
                <a:fillRect/>
              </a:stretch>
            </p:blipFill>
            <p:spPr>
              <a:xfrm>
                <a:off x="0" y="0"/>
                <a:ext cx="1371975" cy="896675"/>
              </a:xfrm>
              <a:prstGeom prst="rect">
                <a:avLst/>
              </a:prstGeom>
              <a:noFill/>
              <a:ln>
                <a:noFill/>
              </a:ln>
            </p:spPr>
          </p:pic>
          <p:pic>
            <p:nvPicPr>
              <p:cNvPr id="45" name="Google Shape;45;p3"/>
              <p:cNvPicPr preferRelativeResize="0"/>
              <p:nvPr/>
            </p:nvPicPr>
            <p:blipFill>
              <a:blip r:embed="rId2">
                <a:alphaModFix/>
              </a:blip>
              <a:stretch>
                <a:fillRect/>
              </a:stretch>
            </p:blipFill>
            <p:spPr>
              <a:xfrm>
                <a:off x="2057775" y="0"/>
                <a:ext cx="1371975" cy="896675"/>
              </a:xfrm>
              <a:prstGeom prst="rect">
                <a:avLst/>
              </a:prstGeom>
              <a:noFill/>
              <a:ln>
                <a:noFill/>
              </a:ln>
            </p:spPr>
          </p:pic>
        </p:grpSp>
        <p:grpSp>
          <p:nvGrpSpPr>
            <p:cNvPr id="46" name="Google Shape;46;p3"/>
            <p:cNvGrpSpPr/>
            <p:nvPr/>
          </p:nvGrpSpPr>
          <p:grpSpPr>
            <a:xfrm>
              <a:off x="685975" y="2061250"/>
              <a:ext cx="3429750" cy="896675"/>
              <a:chOff x="0" y="0"/>
              <a:chExt cx="3429750" cy="896675"/>
            </a:xfrm>
          </p:grpSpPr>
          <p:pic>
            <p:nvPicPr>
              <p:cNvPr id="47" name="Google Shape;47;p3"/>
              <p:cNvPicPr preferRelativeResize="0"/>
              <p:nvPr/>
            </p:nvPicPr>
            <p:blipFill>
              <a:blip r:embed="rId2">
                <a:alphaModFix/>
              </a:blip>
              <a:stretch>
                <a:fillRect/>
              </a:stretch>
            </p:blipFill>
            <p:spPr>
              <a:xfrm>
                <a:off x="0" y="0"/>
                <a:ext cx="1371975" cy="896675"/>
              </a:xfrm>
              <a:prstGeom prst="rect">
                <a:avLst/>
              </a:prstGeom>
              <a:noFill/>
              <a:ln>
                <a:noFill/>
              </a:ln>
            </p:spPr>
          </p:pic>
          <p:pic>
            <p:nvPicPr>
              <p:cNvPr id="48" name="Google Shape;48;p3"/>
              <p:cNvPicPr preferRelativeResize="0"/>
              <p:nvPr/>
            </p:nvPicPr>
            <p:blipFill>
              <a:blip r:embed="rId2">
                <a:alphaModFix/>
              </a:blip>
              <a:stretch>
                <a:fillRect/>
              </a:stretch>
            </p:blipFill>
            <p:spPr>
              <a:xfrm>
                <a:off x="2057775" y="0"/>
                <a:ext cx="1371975" cy="896675"/>
              </a:xfrm>
              <a:prstGeom prst="rect">
                <a:avLst/>
              </a:prstGeom>
              <a:noFill/>
              <a:ln>
                <a:noFill/>
              </a:ln>
            </p:spPr>
          </p:pic>
        </p:grpSp>
        <p:grpSp>
          <p:nvGrpSpPr>
            <p:cNvPr id="49" name="Google Shape;49;p3"/>
            <p:cNvGrpSpPr/>
            <p:nvPr/>
          </p:nvGrpSpPr>
          <p:grpSpPr>
            <a:xfrm>
              <a:off x="0" y="1373625"/>
              <a:ext cx="3429750" cy="896675"/>
              <a:chOff x="0" y="0"/>
              <a:chExt cx="3429750" cy="896675"/>
            </a:xfrm>
          </p:grpSpPr>
          <p:pic>
            <p:nvPicPr>
              <p:cNvPr id="50" name="Google Shape;50;p3"/>
              <p:cNvPicPr preferRelativeResize="0"/>
              <p:nvPr/>
            </p:nvPicPr>
            <p:blipFill>
              <a:blip r:embed="rId2">
                <a:alphaModFix/>
              </a:blip>
              <a:stretch>
                <a:fillRect/>
              </a:stretch>
            </p:blipFill>
            <p:spPr>
              <a:xfrm>
                <a:off x="0" y="0"/>
                <a:ext cx="1371975" cy="896675"/>
              </a:xfrm>
              <a:prstGeom prst="rect">
                <a:avLst/>
              </a:prstGeom>
              <a:noFill/>
              <a:ln>
                <a:noFill/>
              </a:ln>
            </p:spPr>
          </p:pic>
          <p:pic>
            <p:nvPicPr>
              <p:cNvPr id="51" name="Google Shape;51;p3"/>
              <p:cNvPicPr preferRelativeResize="0"/>
              <p:nvPr/>
            </p:nvPicPr>
            <p:blipFill>
              <a:blip r:embed="rId2">
                <a:alphaModFix/>
              </a:blip>
              <a:stretch>
                <a:fillRect/>
              </a:stretch>
            </p:blipFill>
            <p:spPr>
              <a:xfrm>
                <a:off x="2057775" y="0"/>
                <a:ext cx="1371975" cy="896675"/>
              </a:xfrm>
              <a:prstGeom prst="rect">
                <a:avLst/>
              </a:prstGeom>
              <a:noFill/>
              <a:ln>
                <a:noFill/>
              </a:ln>
            </p:spPr>
          </p:pic>
        </p:grpSp>
        <p:grpSp>
          <p:nvGrpSpPr>
            <p:cNvPr id="52" name="Google Shape;52;p3"/>
            <p:cNvGrpSpPr/>
            <p:nvPr/>
          </p:nvGrpSpPr>
          <p:grpSpPr>
            <a:xfrm>
              <a:off x="685975" y="687625"/>
              <a:ext cx="7545300" cy="896675"/>
              <a:chOff x="0" y="0"/>
              <a:chExt cx="7545300" cy="896675"/>
            </a:xfrm>
          </p:grpSpPr>
          <p:pic>
            <p:nvPicPr>
              <p:cNvPr id="53" name="Google Shape;53;p3"/>
              <p:cNvPicPr preferRelativeResize="0"/>
              <p:nvPr/>
            </p:nvPicPr>
            <p:blipFill>
              <a:blip r:embed="rId2">
                <a:alphaModFix/>
              </a:blip>
              <a:stretch>
                <a:fillRect/>
              </a:stretch>
            </p:blipFill>
            <p:spPr>
              <a:xfrm>
                <a:off x="0" y="0"/>
                <a:ext cx="1371975" cy="896675"/>
              </a:xfrm>
              <a:prstGeom prst="rect">
                <a:avLst/>
              </a:prstGeom>
              <a:noFill/>
              <a:ln>
                <a:noFill/>
              </a:ln>
            </p:spPr>
          </p:pic>
          <p:pic>
            <p:nvPicPr>
              <p:cNvPr id="54" name="Google Shape;54;p3"/>
              <p:cNvPicPr preferRelativeResize="0"/>
              <p:nvPr/>
            </p:nvPicPr>
            <p:blipFill>
              <a:blip r:embed="rId2">
                <a:alphaModFix/>
              </a:blip>
              <a:stretch>
                <a:fillRect/>
              </a:stretch>
            </p:blipFill>
            <p:spPr>
              <a:xfrm>
                <a:off x="2057775" y="0"/>
                <a:ext cx="1371975" cy="896675"/>
              </a:xfrm>
              <a:prstGeom prst="rect">
                <a:avLst/>
              </a:prstGeom>
              <a:noFill/>
              <a:ln>
                <a:noFill/>
              </a:ln>
            </p:spPr>
          </p:pic>
          <p:pic>
            <p:nvPicPr>
              <p:cNvPr id="55" name="Google Shape;55;p3"/>
              <p:cNvPicPr preferRelativeResize="0"/>
              <p:nvPr/>
            </p:nvPicPr>
            <p:blipFill>
              <a:blip r:embed="rId2">
                <a:alphaModFix/>
              </a:blip>
              <a:stretch>
                <a:fillRect/>
              </a:stretch>
            </p:blipFill>
            <p:spPr>
              <a:xfrm>
                <a:off x="4115550" y="0"/>
                <a:ext cx="1371975" cy="896675"/>
              </a:xfrm>
              <a:prstGeom prst="rect">
                <a:avLst/>
              </a:prstGeom>
              <a:noFill/>
              <a:ln>
                <a:noFill/>
              </a:ln>
            </p:spPr>
          </p:pic>
          <p:pic>
            <p:nvPicPr>
              <p:cNvPr id="56" name="Google Shape;56;p3"/>
              <p:cNvPicPr preferRelativeResize="0"/>
              <p:nvPr/>
            </p:nvPicPr>
            <p:blipFill>
              <a:blip r:embed="rId2">
                <a:alphaModFix/>
              </a:blip>
              <a:stretch>
                <a:fillRect/>
              </a:stretch>
            </p:blipFill>
            <p:spPr>
              <a:xfrm>
                <a:off x="6173325" y="0"/>
                <a:ext cx="1371975" cy="896675"/>
              </a:xfrm>
              <a:prstGeom prst="rect">
                <a:avLst/>
              </a:prstGeom>
              <a:noFill/>
              <a:ln>
                <a:noFill/>
              </a:ln>
            </p:spPr>
          </p:pic>
        </p:grpSp>
        <p:grpSp>
          <p:nvGrpSpPr>
            <p:cNvPr id="57" name="Google Shape;57;p3"/>
            <p:cNvGrpSpPr/>
            <p:nvPr/>
          </p:nvGrpSpPr>
          <p:grpSpPr>
            <a:xfrm>
              <a:off x="0" y="0"/>
              <a:ext cx="7545300" cy="896675"/>
              <a:chOff x="0" y="0"/>
              <a:chExt cx="7545300" cy="896675"/>
            </a:xfrm>
          </p:grpSpPr>
          <p:pic>
            <p:nvPicPr>
              <p:cNvPr id="58" name="Google Shape;58;p3"/>
              <p:cNvPicPr preferRelativeResize="0"/>
              <p:nvPr/>
            </p:nvPicPr>
            <p:blipFill>
              <a:blip r:embed="rId2">
                <a:alphaModFix/>
              </a:blip>
              <a:stretch>
                <a:fillRect/>
              </a:stretch>
            </p:blipFill>
            <p:spPr>
              <a:xfrm>
                <a:off x="0" y="0"/>
                <a:ext cx="1371975" cy="896675"/>
              </a:xfrm>
              <a:prstGeom prst="rect">
                <a:avLst/>
              </a:prstGeom>
              <a:noFill/>
              <a:ln>
                <a:noFill/>
              </a:ln>
            </p:spPr>
          </p:pic>
          <p:pic>
            <p:nvPicPr>
              <p:cNvPr id="59" name="Google Shape;59;p3"/>
              <p:cNvPicPr preferRelativeResize="0"/>
              <p:nvPr/>
            </p:nvPicPr>
            <p:blipFill>
              <a:blip r:embed="rId2">
                <a:alphaModFix/>
              </a:blip>
              <a:stretch>
                <a:fillRect/>
              </a:stretch>
            </p:blipFill>
            <p:spPr>
              <a:xfrm>
                <a:off x="2057775" y="0"/>
                <a:ext cx="1371975" cy="896675"/>
              </a:xfrm>
              <a:prstGeom prst="rect">
                <a:avLst/>
              </a:prstGeom>
              <a:noFill/>
              <a:ln>
                <a:noFill/>
              </a:ln>
            </p:spPr>
          </p:pic>
          <p:pic>
            <p:nvPicPr>
              <p:cNvPr id="60" name="Google Shape;60;p3"/>
              <p:cNvPicPr preferRelativeResize="0"/>
              <p:nvPr/>
            </p:nvPicPr>
            <p:blipFill>
              <a:blip r:embed="rId2">
                <a:alphaModFix/>
              </a:blip>
              <a:stretch>
                <a:fillRect/>
              </a:stretch>
            </p:blipFill>
            <p:spPr>
              <a:xfrm>
                <a:off x="4115550" y="0"/>
                <a:ext cx="1371975" cy="896675"/>
              </a:xfrm>
              <a:prstGeom prst="rect">
                <a:avLst/>
              </a:prstGeom>
              <a:noFill/>
              <a:ln>
                <a:noFill/>
              </a:ln>
            </p:spPr>
          </p:pic>
          <p:pic>
            <p:nvPicPr>
              <p:cNvPr id="61" name="Google Shape;61;p3"/>
              <p:cNvPicPr preferRelativeResize="0"/>
              <p:nvPr/>
            </p:nvPicPr>
            <p:blipFill>
              <a:blip r:embed="rId2">
                <a:alphaModFix/>
              </a:blip>
              <a:stretch>
                <a:fillRect/>
              </a:stretch>
            </p:blipFill>
            <p:spPr>
              <a:xfrm>
                <a:off x="6173325" y="0"/>
                <a:ext cx="1371975" cy="896675"/>
              </a:xfrm>
              <a:prstGeom prst="rect">
                <a:avLst/>
              </a:prstGeom>
              <a:noFill/>
              <a:ln>
                <a:noFill/>
              </a:ln>
            </p:spPr>
          </p:pic>
        </p:grpSp>
      </p:grpSp>
      <p:grpSp>
        <p:nvGrpSpPr>
          <p:cNvPr id="62" name="Google Shape;62;p3"/>
          <p:cNvGrpSpPr/>
          <p:nvPr/>
        </p:nvGrpSpPr>
        <p:grpSpPr>
          <a:xfrm flipH="1">
            <a:off x="1" y="4117464"/>
            <a:ext cx="5487633" cy="3027067"/>
            <a:chOff x="4115550" y="2061250"/>
            <a:chExt cx="4115725" cy="2270300"/>
          </a:xfrm>
        </p:grpSpPr>
        <p:grpSp>
          <p:nvGrpSpPr>
            <p:cNvPr id="63" name="Google Shape;63;p3"/>
            <p:cNvGrpSpPr/>
            <p:nvPr/>
          </p:nvGrpSpPr>
          <p:grpSpPr>
            <a:xfrm>
              <a:off x="4801525" y="3434875"/>
              <a:ext cx="3429750" cy="896675"/>
              <a:chOff x="4115550" y="0"/>
              <a:chExt cx="3429750" cy="896675"/>
            </a:xfrm>
          </p:grpSpPr>
          <p:pic>
            <p:nvPicPr>
              <p:cNvPr id="64" name="Google Shape;64;p3"/>
              <p:cNvPicPr preferRelativeResize="0"/>
              <p:nvPr/>
            </p:nvPicPr>
            <p:blipFill>
              <a:blip r:embed="rId2">
                <a:alphaModFix/>
              </a:blip>
              <a:stretch>
                <a:fillRect/>
              </a:stretch>
            </p:blipFill>
            <p:spPr>
              <a:xfrm>
                <a:off x="4115550" y="0"/>
                <a:ext cx="1371975" cy="896675"/>
              </a:xfrm>
              <a:prstGeom prst="rect">
                <a:avLst/>
              </a:prstGeom>
              <a:noFill/>
              <a:ln>
                <a:noFill/>
              </a:ln>
            </p:spPr>
          </p:pic>
          <p:pic>
            <p:nvPicPr>
              <p:cNvPr id="65" name="Google Shape;65;p3"/>
              <p:cNvPicPr preferRelativeResize="0"/>
              <p:nvPr/>
            </p:nvPicPr>
            <p:blipFill>
              <a:blip r:embed="rId2">
                <a:alphaModFix/>
              </a:blip>
              <a:stretch>
                <a:fillRect/>
              </a:stretch>
            </p:blipFill>
            <p:spPr>
              <a:xfrm>
                <a:off x="6173325" y="0"/>
                <a:ext cx="1371975" cy="896675"/>
              </a:xfrm>
              <a:prstGeom prst="rect">
                <a:avLst/>
              </a:prstGeom>
              <a:noFill/>
              <a:ln>
                <a:noFill/>
              </a:ln>
            </p:spPr>
          </p:pic>
        </p:grpSp>
        <p:grpSp>
          <p:nvGrpSpPr>
            <p:cNvPr id="66" name="Google Shape;66;p3"/>
            <p:cNvGrpSpPr/>
            <p:nvPr/>
          </p:nvGrpSpPr>
          <p:grpSpPr>
            <a:xfrm>
              <a:off x="4115550" y="2747250"/>
              <a:ext cx="3429750" cy="896675"/>
              <a:chOff x="4115550" y="0"/>
              <a:chExt cx="3429750" cy="896675"/>
            </a:xfrm>
          </p:grpSpPr>
          <p:pic>
            <p:nvPicPr>
              <p:cNvPr id="67" name="Google Shape;67;p3"/>
              <p:cNvPicPr preferRelativeResize="0"/>
              <p:nvPr/>
            </p:nvPicPr>
            <p:blipFill>
              <a:blip r:embed="rId2">
                <a:alphaModFix/>
              </a:blip>
              <a:stretch>
                <a:fillRect/>
              </a:stretch>
            </p:blipFill>
            <p:spPr>
              <a:xfrm>
                <a:off x="4115550" y="0"/>
                <a:ext cx="1371975" cy="896675"/>
              </a:xfrm>
              <a:prstGeom prst="rect">
                <a:avLst/>
              </a:prstGeom>
              <a:noFill/>
              <a:ln>
                <a:noFill/>
              </a:ln>
            </p:spPr>
          </p:pic>
          <p:pic>
            <p:nvPicPr>
              <p:cNvPr id="68" name="Google Shape;68;p3"/>
              <p:cNvPicPr preferRelativeResize="0"/>
              <p:nvPr/>
            </p:nvPicPr>
            <p:blipFill>
              <a:blip r:embed="rId2">
                <a:alphaModFix/>
              </a:blip>
              <a:stretch>
                <a:fillRect/>
              </a:stretch>
            </p:blipFill>
            <p:spPr>
              <a:xfrm>
                <a:off x="6173325" y="0"/>
                <a:ext cx="1371975" cy="896675"/>
              </a:xfrm>
              <a:prstGeom prst="rect">
                <a:avLst/>
              </a:prstGeom>
              <a:noFill/>
              <a:ln>
                <a:noFill/>
              </a:ln>
            </p:spPr>
          </p:pic>
        </p:grpSp>
        <p:pic>
          <p:nvPicPr>
            <p:cNvPr id="69" name="Google Shape;69;p3"/>
            <p:cNvPicPr preferRelativeResize="0"/>
            <p:nvPr/>
          </p:nvPicPr>
          <p:blipFill>
            <a:blip r:embed="rId2">
              <a:alphaModFix/>
            </a:blip>
            <a:stretch>
              <a:fillRect/>
            </a:stretch>
          </p:blipFill>
          <p:spPr>
            <a:xfrm>
              <a:off x="6859300" y="2061250"/>
              <a:ext cx="1371975" cy="896675"/>
            </a:xfrm>
            <a:prstGeom prst="rect">
              <a:avLst/>
            </a:prstGeom>
            <a:noFill/>
            <a:ln>
              <a:noFill/>
            </a:ln>
          </p:spPr>
        </p:pic>
      </p:grpSp>
      <p:sp>
        <p:nvSpPr>
          <p:cNvPr id="70" name="Google Shape;70;p3"/>
          <p:cNvSpPr txBox="1">
            <a:spLocks noGrp="1"/>
          </p:cNvSpPr>
          <p:nvPr>
            <p:ph type="ctrTitle"/>
          </p:nvPr>
        </p:nvSpPr>
        <p:spPr>
          <a:xfrm>
            <a:off x="2703500" y="2172529"/>
            <a:ext cx="6784800" cy="1546400"/>
          </a:xfrm>
          <a:prstGeom prst="rect">
            <a:avLst/>
          </a:prstGeom>
        </p:spPr>
        <p:txBody>
          <a:bodyPr spcFirstLastPara="1" wrap="square" lIns="0" tIns="0" rIns="0" bIns="0" anchor="b" anchorCtr="0">
            <a:noAutofit/>
          </a:bodyPr>
          <a:lstStyle>
            <a:lvl1pPr lvl="0" rtl="0">
              <a:spcBef>
                <a:spcPts val="0"/>
              </a:spcBef>
              <a:spcAft>
                <a:spcPts val="0"/>
              </a:spcAft>
              <a:buSzPts val="4000"/>
              <a:buNone/>
              <a:defRPr sz="5333"/>
            </a:lvl1pPr>
            <a:lvl2pPr lvl="1" rtl="0">
              <a:spcBef>
                <a:spcPts val="0"/>
              </a:spcBef>
              <a:spcAft>
                <a:spcPts val="0"/>
              </a:spcAft>
              <a:buSzPts val="4000"/>
              <a:buNone/>
              <a:defRPr sz="5333"/>
            </a:lvl2pPr>
            <a:lvl3pPr lvl="2" rtl="0">
              <a:spcBef>
                <a:spcPts val="0"/>
              </a:spcBef>
              <a:spcAft>
                <a:spcPts val="0"/>
              </a:spcAft>
              <a:buSzPts val="4000"/>
              <a:buNone/>
              <a:defRPr sz="5333"/>
            </a:lvl3pPr>
            <a:lvl4pPr lvl="3" rtl="0">
              <a:spcBef>
                <a:spcPts val="0"/>
              </a:spcBef>
              <a:spcAft>
                <a:spcPts val="0"/>
              </a:spcAft>
              <a:buSzPts val="4000"/>
              <a:buNone/>
              <a:defRPr sz="5333"/>
            </a:lvl4pPr>
            <a:lvl5pPr lvl="4" rtl="0">
              <a:spcBef>
                <a:spcPts val="0"/>
              </a:spcBef>
              <a:spcAft>
                <a:spcPts val="0"/>
              </a:spcAft>
              <a:buSzPts val="4000"/>
              <a:buNone/>
              <a:defRPr sz="5333"/>
            </a:lvl5pPr>
            <a:lvl6pPr lvl="5" rtl="0">
              <a:spcBef>
                <a:spcPts val="0"/>
              </a:spcBef>
              <a:spcAft>
                <a:spcPts val="0"/>
              </a:spcAft>
              <a:buSzPts val="4000"/>
              <a:buNone/>
              <a:defRPr sz="5333"/>
            </a:lvl6pPr>
            <a:lvl7pPr lvl="6" rtl="0">
              <a:spcBef>
                <a:spcPts val="0"/>
              </a:spcBef>
              <a:spcAft>
                <a:spcPts val="0"/>
              </a:spcAft>
              <a:buSzPts val="4000"/>
              <a:buNone/>
              <a:defRPr sz="5333"/>
            </a:lvl7pPr>
            <a:lvl8pPr lvl="7" rtl="0">
              <a:spcBef>
                <a:spcPts val="0"/>
              </a:spcBef>
              <a:spcAft>
                <a:spcPts val="0"/>
              </a:spcAft>
              <a:buSzPts val="4000"/>
              <a:buNone/>
              <a:defRPr sz="5333"/>
            </a:lvl8pPr>
            <a:lvl9pPr lvl="8" rtl="0">
              <a:spcBef>
                <a:spcPts val="0"/>
              </a:spcBef>
              <a:spcAft>
                <a:spcPts val="0"/>
              </a:spcAft>
              <a:buSzPts val="4000"/>
              <a:buNone/>
              <a:defRPr sz="5333"/>
            </a:lvl9pPr>
          </a:lstStyle>
          <a:p>
            <a:r>
              <a:rPr lang="en-US"/>
              <a:t>Click to edit Master title style</a:t>
            </a:r>
            <a:endParaRPr/>
          </a:p>
        </p:txBody>
      </p:sp>
      <p:sp>
        <p:nvSpPr>
          <p:cNvPr id="71" name="Google Shape;71;p3"/>
          <p:cNvSpPr txBox="1">
            <a:spLocks noGrp="1"/>
          </p:cNvSpPr>
          <p:nvPr>
            <p:ph type="subTitle" idx="1"/>
          </p:nvPr>
        </p:nvSpPr>
        <p:spPr>
          <a:xfrm>
            <a:off x="2703500" y="3848135"/>
            <a:ext cx="6784800" cy="1046400"/>
          </a:xfrm>
          <a:prstGeom prst="rect">
            <a:avLst/>
          </a:prstGeom>
        </p:spPr>
        <p:txBody>
          <a:bodyPr spcFirstLastPara="1" wrap="square" lIns="0" tIns="0" rIns="0" bIns="0" anchor="t" anchorCtr="0">
            <a:noAutofit/>
          </a:bodyPr>
          <a:lstStyle>
            <a:lvl1pPr lvl="0" rtl="0">
              <a:spcBef>
                <a:spcPts val="0"/>
              </a:spcBef>
              <a:spcAft>
                <a:spcPts val="0"/>
              </a:spcAft>
              <a:buClr>
                <a:schemeClr val="accent2"/>
              </a:buClr>
              <a:buSzPts val="2000"/>
              <a:buNone/>
              <a:defRPr>
                <a:solidFill>
                  <a:schemeClr val="accent2"/>
                </a:solidFill>
              </a:defRPr>
            </a:lvl1pPr>
            <a:lvl2pPr lvl="1" rtl="0">
              <a:spcBef>
                <a:spcPts val="0"/>
              </a:spcBef>
              <a:spcAft>
                <a:spcPts val="0"/>
              </a:spcAft>
              <a:buClr>
                <a:schemeClr val="accent2"/>
              </a:buClr>
              <a:buSzPts val="3000"/>
              <a:buNone/>
              <a:defRPr sz="4000">
                <a:solidFill>
                  <a:schemeClr val="accent2"/>
                </a:solidFill>
              </a:defRPr>
            </a:lvl2pPr>
            <a:lvl3pPr lvl="2" rtl="0">
              <a:spcBef>
                <a:spcPts val="0"/>
              </a:spcBef>
              <a:spcAft>
                <a:spcPts val="0"/>
              </a:spcAft>
              <a:buClr>
                <a:schemeClr val="accent2"/>
              </a:buClr>
              <a:buSzPts val="3000"/>
              <a:buNone/>
              <a:defRPr sz="4000">
                <a:solidFill>
                  <a:schemeClr val="accent2"/>
                </a:solidFill>
              </a:defRPr>
            </a:lvl3pPr>
            <a:lvl4pPr lvl="3" rtl="0">
              <a:spcBef>
                <a:spcPts val="0"/>
              </a:spcBef>
              <a:spcAft>
                <a:spcPts val="0"/>
              </a:spcAft>
              <a:buClr>
                <a:schemeClr val="accent2"/>
              </a:buClr>
              <a:buSzPts val="3000"/>
              <a:buNone/>
              <a:defRPr sz="4000">
                <a:solidFill>
                  <a:schemeClr val="accent2"/>
                </a:solidFill>
              </a:defRPr>
            </a:lvl4pPr>
            <a:lvl5pPr lvl="4" rtl="0">
              <a:spcBef>
                <a:spcPts val="0"/>
              </a:spcBef>
              <a:spcAft>
                <a:spcPts val="0"/>
              </a:spcAft>
              <a:buClr>
                <a:schemeClr val="accent2"/>
              </a:buClr>
              <a:buSzPts val="3000"/>
              <a:buNone/>
              <a:defRPr sz="4000">
                <a:solidFill>
                  <a:schemeClr val="accent2"/>
                </a:solidFill>
              </a:defRPr>
            </a:lvl5pPr>
            <a:lvl6pPr lvl="5" rtl="0">
              <a:spcBef>
                <a:spcPts val="0"/>
              </a:spcBef>
              <a:spcAft>
                <a:spcPts val="0"/>
              </a:spcAft>
              <a:buClr>
                <a:schemeClr val="accent2"/>
              </a:buClr>
              <a:buSzPts val="3000"/>
              <a:buNone/>
              <a:defRPr sz="4000">
                <a:solidFill>
                  <a:schemeClr val="accent2"/>
                </a:solidFill>
              </a:defRPr>
            </a:lvl6pPr>
            <a:lvl7pPr lvl="6" rtl="0">
              <a:spcBef>
                <a:spcPts val="0"/>
              </a:spcBef>
              <a:spcAft>
                <a:spcPts val="0"/>
              </a:spcAft>
              <a:buClr>
                <a:schemeClr val="accent2"/>
              </a:buClr>
              <a:buSzPts val="3000"/>
              <a:buNone/>
              <a:defRPr sz="4000">
                <a:solidFill>
                  <a:schemeClr val="accent2"/>
                </a:solidFill>
              </a:defRPr>
            </a:lvl7pPr>
            <a:lvl8pPr lvl="7" rtl="0">
              <a:spcBef>
                <a:spcPts val="0"/>
              </a:spcBef>
              <a:spcAft>
                <a:spcPts val="0"/>
              </a:spcAft>
              <a:buClr>
                <a:schemeClr val="accent2"/>
              </a:buClr>
              <a:buSzPts val="3000"/>
              <a:buNone/>
              <a:defRPr sz="4000">
                <a:solidFill>
                  <a:schemeClr val="accent2"/>
                </a:solidFill>
              </a:defRPr>
            </a:lvl8pPr>
            <a:lvl9pPr lvl="8" rtl="0">
              <a:spcBef>
                <a:spcPts val="0"/>
              </a:spcBef>
              <a:spcAft>
                <a:spcPts val="0"/>
              </a:spcAft>
              <a:buClr>
                <a:schemeClr val="accent2"/>
              </a:buClr>
              <a:buSzPts val="3000"/>
              <a:buNone/>
              <a:defRPr sz="4000">
                <a:solidFill>
                  <a:schemeClr val="accent2"/>
                </a:solidFill>
              </a:defRPr>
            </a:lvl9pPr>
          </a:lstStyle>
          <a:p>
            <a:r>
              <a:rPr lang="en-US"/>
              <a:t>Click to edit Master subtitle style</a:t>
            </a:r>
            <a:endParaRPr/>
          </a:p>
        </p:txBody>
      </p:sp>
    </p:spTree>
    <p:extLst>
      <p:ext uri="{BB962C8B-B14F-4D97-AF65-F5344CB8AC3E}">
        <p14:creationId xmlns:p14="http://schemas.microsoft.com/office/powerpoint/2010/main" val="30716075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72"/>
        <p:cNvGrpSpPr/>
        <p:nvPr/>
      </p:nvGrpSpPr>
      <p:grpSpPr>
        <a:xfrm>
          <a:off x="0" y="0"/>
          <a:ext cx="0" cy="0"/>
          <a:chOff x="0" y="0"/>
          <a:chExt cx="0" cy="0"/>
        </a:xfrm>
      </p:grpSpPr>
      <p:grpSp>
        <p:nvGrpSpPr>
          <p:cNvPr id="73" name="Google Shape;73;p4"/>
          <p:cNvGrpSpPr/>
          <p:nvPr/>
        </p:nvGrpSpPr>
        <p:grpSpPr>
          <a:xfrm>
            <a:off x="5818365" y="-4284"/>
            <a:ext cx="6373635" cy="3365507"/>
            <a:chOff x="4363774" y="-3213"/>
            <a:chExt cx="4780226" cy="2524130"/>
          </a:xfrm>
        </p:grpSpPr>
        <p:pic>
          <p:nvPicPr>
            <p:cNvPr id="74" name="Google Shape;74;p4"/>
            <p:cNvPicPr preferRelativeResize="0"/>
            <p:nvPr/>
          </p:nvPicPr>
          <p:blipFill>
            <a:blip r:embed="rId2">
              <a:alphaModFix/>
            </a:blip>
            <a:stretch>
              <a:fillRect/>
            </a:stretch>
          </p:blipFill>
          <p:spPr>
            <a:xfrm flipH="1">
              <a:off x="7948921" y="2000218"/>
              <a:ext cx="796706" cy="520699"/>
            </a:xfrm>
            <a:prstGeom prst="rect">
              <a:avLst/>
            </a:prstGeom>
            <a:noFill/>
            <a:ln>
              <a:noFill/>
            </a:ln>
          </p:spPr>
        </p:pic>
        <p:grpSp>
          <p:nvGrpSpPr>
            <p:cNvPr id="75" name="Google Shape;75;p4"/>
            <p:cNvGrpSpPr/>
            <p:nvPr/>
          </p:nvGrpSpPr>
          <p:grpSpPr>
            <a:xfrm flipH="1">
              <a:off x="7152344" y="1600887"/>
              <a:ext cx="1991656" cy="520699"/>
              <a:chOff x="0" y="0"/>
              <a:chExt cx="3429750" cy="896675"/>
            </a:xfrm>
          </p:grpSpPr>
          <p:pic>
            <p:nvPicPr>
              <p:cNvPr id="76" name="Google Shape;76;p4"/>
              <p:cNvPicPr preferRelativeResize="0"/>
              <p:nvPr/>
            </p:nvPicPr>
            <p:blipFill>
              <a:blip r:embed="rId2">
                <a:alphaModFix/>
              </a:blip>
              <a:stretch>
                <a:fillRect/>
              </a:stretch>
            </p:blipFill>
            <p:spPr>
              <a:xfrm>
                <a:off x="0" y="0"/>
                <a:ext cx="1371975" cy="896675"/>
              </a:xfrm>
              <a:prstGeom prst="rect">
                <a:avLst/>
              </a:prstGeom>
              <a:noFill/>
              <a:ln>
                <a:noFill/>
              </a:ln>
            </p:spPr>
          </p:pic>
          <p:pic>
            <p:nvPicPr>
              <p:cNvPr id="77" name="Google Shape;77;p4"/>
              <p:cNvPicPr preferRelativeResize="0"/>
              <p:nvPr/>
            </p:nvPicPr>
            <p:blipFill>
              <a:blip r:embed="rId2">
                <a:alphaModFix/>
              </a:blip>
              <a:stretch>
                <a:fillRect/>
              </a:stretch>
            </p:blipFill>
            <p:spPr>
              <a:xfrm>
                <a:off x="2057775" y="0"/>
                <a:ext cx="1371975" cy="896675"/>
              </a:xfrm>
              <a:prstGeom prst="rect">
                <a:avLst/>
              </a:prstGeom>
              <a:noFill/>
              <a:ln>
                <a:noFill/>
              </a:ln>
            </p:spPr>
          </p:pic>
        </p:grpSp>
        <p:pic>
          <p:nvPicPr>
            <p:cNvPr id="78" name="Google Shape;78;p4"/>
            <p:cNvPicPr preferRelativeResize="0"/>
            <p:nvPr/>
          </p:nvPicPr>
          <p:blipFill>
            <a:blip r:embed="rId2">
              <a:alphaModFix/>
            </a:blip>
            <a:stretch>
              <a:fillRect/>
            </a:stretch>
          </p:blipFill>
          <p:spPr>
            <a:xfrm flipH="1">
              <a:off x="7948921" y="1198193"/>
              <a:ext cx="796706" cy="520699"/>
            </a:xfrm>
            <a:prstGeom prst="rect">
              <a:avLst/>
            </a:prstGeom>
            <a:noFill/>
            <a:ln>
              <a:noFill/>
            </a:ln>
          </p:spPr>
        </p:pic>
        <p:grpSp>
          <p:nvGrpSpPr>
            <p:cNvPr id="79" name="Google Shape;79;p4"/>
            <p:cNvGrpSpPr/>
            <p:nvPr/>
          </p:nvGrpSpPr>
          <p:grpSpPr>
            <a:xfrm flipH="1">
              <a:off x="5957394" y="798862"/>
              <a:ext cx="3186606" cy="520699"/>
              <a:chOff x="0" y="0"/>
              <a:chExt cx="5487525" cy="896675"/>
            </a:xfrm>
          </p:grpSpPr>
          <p:pic>
            <p:nvPicPr>
              <p:cNvPr id="80" name="Google Shape;80;p4"/>
              <p:cNvPicPr preferRelativeResize="0"/>
              <p:nvPr/>
            </p:nvPicPr>
            <p:blipFill>
              <a:blip r:embed="rId2">
                <a:alphaModFix/>
              </a:blip>
              <a:stretch>
                <a:fillRect/>
              </a:stretch>
            </p:blipFill>
            <p:spPr>
              <a:xfrm>
                <a:off x="0" y="0"/>
                <a:ext cx="1371975" cy="896675"/>
              </a:xfrm>
              <a:prstGeom prst="rect">
                <a:avLst/>
              </a:prstGeom>
              <a:noFill/>
              <a:ln>
                <a:noFill/>
              </a:ln>
            </p:spPr>
          </p:pic>
          <p:pic>
            <p:nvPicPr>
              <p:cNvPr id="81" name="Google Shape;81;p4"/>
              <p:cNvPicPr preferRelativeResize="0"/>
              <p:nvPr/>
            </p:nvPicPr>
            <p:blipFill>
              <a:blip r:embed="rId2">
                <a:alphaModFix/>
              </a:blip>
              <a:stretch>
                <a:fillRect/>
              </a:stretch>
            </p:blipFill>
            <p:spPr>
              <a:xfrm>
                <a:off x="2057775" y="0"/>
                <a:ext cx="1371975" cy="896675"/>
              </a:xfrm>
              <a:prstGeom prst="rect">
                <a:avLst/>
              </a:prstGeom>
              <a:noFill/>
              <a:ln>
                <a:noFill/>
              </a:ln>
            </p:spPr>
          </p:pic>
          <p:pic>
            <p:nvPicPr>
              <p:cNvPr id="82" name="Google Shape;82;p4"/>
              <p:cNvPicPr preferRelativeResize="0"/>
              <p:nvPr/>
            </p:nvPicPr>
            <p:blipFill>
              <a:blip r:embed="rId2">
                <a:alphaModFix/>
              </a:blip>
              <a:stretch>
                <a:fillRect/>
              </a:stretch>
            </p:blipFill>
            <p:spPr>
              <a:xfrm>
                <a:off x="4115550" y="0"/>
                <a:ext cx="1371975" cy="896675"/>
              </a:xfrm>
              <a:prstGeom prst="rect">
                <a:avLst/>
              </a:prstGeom>
              <a:noFill/>
              <a:ln>
                <a:noFill/>
              </a:ln>
            </p:spPr>
          </p:pic>
        </p:grpSp>
        <p:grpSp>
          <p:nvGrpSpPr>
            <p:cNvPr id="83" name="Google Shape;83;p4"/>
            <p:cNvGrpSpPr/>
            <p:nvPr/>
          </p:nvGrpSpPr>
          <p:grpSpPr>
            <a:xfrm flipH="1">
              <a:off x="4363774" y="396118"/>
              <a:ext cx="4381854" cy="520735"/>
              <a:chOff x="0" y="0"/>
              <a:chExt cx="7545300" cy="896675"/>
            </a:xfrm>
          </p:grpSpPr>
          <p:pic>
            <p:nvPicPr>
              <p:cNvPr id="84" name="Google Shape;84;p4"/>
              <p:cNvPicPr preferRelativeResize="0"/>
              <p:nvPr/>
            </p:nvPicPr>
            <p:blipFill>
              <a:blip r:embed="rId2">
                <a:alphaModFix/>
              </a:blip>
              <a:stretch>
                <a:fillRect/>
              </a:stretch>
            </p:blipFill>
            <p:spPr>
              <a:xfrm>
                <a:off x="0" y="0"/>
                <a:ext cx="1371975" cy="896675"/>
              </a:xfrm>
              <a:prstGeom prst="rect">
                <a:avLst/>
              </a:prstGeom>
              <a:noFill/>
              <a:ln>
                <a:noFill/>
              </a:ln>
            </p:spPr>
          </p:pic>
          <p:pic>
            <p:nvPicPr>
              <p:cNvPr id="85" name="Google Shape;85;p4"/>
              <p:cNvPicPr preferRelativeResize="0"/>
              <p:nvPr/>
            </p:nvPicPr>
            <p:blipFill>
              <a:blip r:embed="rId2">
                <a:alphaModFix/>
              </a:blip>
              <a:stretch>
                <a:fillRect/>
              </a:stretch>
            </p:blipFill>
            <p:spPr>
              <a:xfrm>
                <a:off x="2057775" y="0"/>
                <a:ext cx="1371975" cy="896675"/>
              </a:xfrm>
              <a:prstGeom prst="rect">
                <a:avLst/>
              </a:prstGeom>
              <a:noFill/>
              <a:ln>
                <a:noFill/>
              </a:ln>
            </p:spPr>
          </p:pic>
          <p:pic>
            <p:nvPicPr>
              <p:cNvPr id="86" name="Google Shape;86;p4"/>
              <p:cNvPicPr preferRelativeResize="0"/>
              <p:nvPr/>
            </p:nvPicPr>
            <p:blipFill>
              <a:blip r:embed="rId2">
                <a:alphaModFix/>
              </a:blip>
              <a:stretch>
                <a:fillRect/>
              </a:stretch>
            </p:blipFill>
            <p:spPr>
              <a:xfrm>
                <a:off x="4115550" y="0"/>
                <a:ext cx="1371975" cy="896675"/>
              </a:xfrm>
              <a:prstGeom prst="rect">
                <a:avLst/>
              </a:prstGeom>
              <a:noFill/>
              <a:ln>
                <a:noFill/>
              </a:ln>
            </p:spPr>
          </p:pic>
          <p:pic>
            <p:nvPicPr>
              <p:cNvPr id="87" name="Google Shape;87;p4"/>
              <p:cNvPicPr preferRelativeResize="0"/>
              <p:nvPr/>
            </p:nvPicPr>
            <p:blipFill>
              <a:blip r:embed="rId2">
                <a:alphaModFix/>
              </a:blip>
              <a:stretch>
                <a:fillRect/>
              </a:stretch>
            </p:blipFill>
            <p:spPr>
              <a:xfrm>
                <a:off x="6173325" y="0"/>
                <a:ext cx="1371975" cy="896675"/>
              </a:xfrm>
              <a:prstGeom prst="rect">
                <a:avLst/>
              </a:prstGeom>
              <a:noFill/>
              <a:ln>
                <a:noFill/>
              </a:ln>
            </p:spPr>
          </p:pic>
        </p:grpSp>
        <p:grpSp>
          <p:nvGrpSpPr>
            <p:cNvPr id="88" name="Google Shape;88;p4"/>
            <p:cNvGrpSpPr/>
            <p:nvPr/>
          </p:nvGrpSpPr>
          <p:grpSpPr>
            <a:xfrm flipH="1">
              <a:off x="4762146" y="-3213"/>
              <a:ext cx="4381854" cy="520735"/>
              <a:chOff x="0" y="0"/>
              <a:chExt cx="7545300" cy="896675"/>
            </a:xfrm>
          </p:grpSpPr>
          <p:pic>
            <p:nvPicPr>
              <p:cNvPr id="89" name="Google Shape;89;p4"/>
              <p:cNvPicPr preferRelativeResize="0"/>
              <p:nvPr/>
            </p:nvPicPr>
            <p:blipFill>
              <a:blip r:embed="rId2">
                <a:alphaModFix/>
              </a:blip>
              <a:stretch>
                <a:fillRect/>
              </a:stretch>
            </p:blipFill>
            <p:spPr>
              <a:xfrm>
                <a:off x="0" y="0"/>
                <a:ext cx="1371975" cy="896675"/>
              </a:xfrm>
              <a:prstGeom prst="rect">
                <a:avLst/>
              </a:prstGeom>
              <a:noFill/>
              <a:ln>
                <a:noFill/>
              </a:ln>
            </p:spPr>
          </p:pic>
          <p:pic>
            <p:nvPicPr>
              <p:cNvPr id="90" name="Google Shape;90;p4"/>
              <p:cNvPicPr preferRelativeResize="0"/>
              <p:nvPr/>
            </p:nvPicPr>
            <p:blipFill>
              <a:blip r:embed="rId2">
                <a:alphaModFix/>
              </a:blip>
              <a:stretch>
                <a:fillRect/>
              </a:stretch>
            </p:blipFill>
            <p:spPr>
              <a:xfrm>
                <a:off x="2057775" y="0"/>
                <a:ext cx="1371975" cy="896675"/>
              </a:xfrm>
              <a:prstGeom prst="rect">
                <a:avLst/>
              </a:prstGeom>
              <a:noFill/>
              <a:ln>
                <a:noFill/>
              </a:ln>
            </p:spPr>
          </p:pic>
          <p:pic>
            <p:nvPicPr>
              <p:cNvPr id="91" name="Google Shape;91;p4"/>
              <p:cNvPicPr preferRelativeResize="0"/>
              <p:nvPr/>
            </p:nvPicPr>
            <p:blipFill>
              <a:blip r:embed="rId2">
                <a:alphaModFix/>
              </a:blip>
              <a:stretch>
                <a:fillRect/>
              </a:stretch>
            </p:blipFill>
            <p:spPr>
              <a:xfrm>
                <a:off x="4115550" y="0"/>
                <a:ext cx="1371975" cy="896675"/>
              </a:xfrm>
              <a:prstGeom prst="rect">
                <a:avLst/>
              </a:prstGeom>
              <a:noFill/>
              <a:ln>
                <a:noFill/>
              </a:ln>
            </p:spPr>
          </p:pic>
          <p:pic>
            <p:nvPicPr>
              <p:cNvPr id="92" name="Google Shape;92;p4"/>
              <p:cNvPicPr preferRelativeResize="0"/>
              <p:nvPr/>
            </p:nvPicPr>
            <p:blipFill>
              <a:blip r:embed="rId2">
                <a:alphaModFix/>
              </a:blip>
              <a:stretch>
                <a:fillRect/>
              </a:stretch>
            </p:blipFill>
            <p:spPr>
              <a:xfrm>
                <a:off x="6173325" y="0"/>
                <a:ext cx="1371975" cy="896675"/>
              </a:xfrm>
              <a:prstGeom prst="rect">
                <a:avLst/>
              </a:prstGeom>
              <a:noFill/>
              <a:ln>
                <a:noFill/>
              </a:ln>
            </p:spPr>
          </p:pic>
        </p:grpSp>
      </p:grpSp>
      <p:grpSp>
        <p:nvGrpSpPr>
          <p:cNvPr id="93" name="Google Shape;93;p4"/>
          <p:cNvGrpSpPr/>
          <p:nvPr/>
        </p:nvGrpSpPr>
        <p:grpSpPr>
          <a:xfrm>
            <a:off x="-4" y="3657584"/>
            <a:ext cx="5842075" cy="3365507"/>
            <a:chOff x="4364072" y="-3213"/>
            <a:chExt cx="4381556" cy="2524130"/>
          </a:xfrm>
        </p:grpSpPr>
        <p:grpSp>
          <p:nvGrpSpPr>
            <p:cNvPr id="94" name="Google Shape;94;p4"/>
            <p:cNvGrpSpPr/>
            <p:nvPr/>
          </p:nvGrpSpPr>
          <p:grpSpPr>
            <a:xfrm flipH="1">
              <a:off x="4364072" y="2000218"/>
              <a:ext cx="4381556" cy="520699"/>
              <a:chOff x="0" y="0"/>
              <a:chExt cx="7545300" cy="896675"/>
            </a:xfrm>
          </p:grpSpPr>
          <p:pic>
            <p:nvPicPr>
              <p:cNvPr id="95" name="Google Shape;95;p4"/>
              <p:cNvPicPr preferRelativeResize="0"/>
              <p:nvPr/>
            </p:nvPicPr>
            <p:blipFill>
              <a:blip r:embed="rId2">
                <a:alphaModFix/>
              </a:blip>
              <a:stretch>
                <a:fillRect/>
              </a:stretch>
            </p:blipFill>
            <p:spPr>
              <a:xfrm>
                <a:off x="0" y="0"/>
                <a:ext cx="1371975" cy="896675"/>
              </a:xfrm>
              <a:prstGeom prst="rect">
                <a:avLst/>
              </a:prstGeom>
              <a:noFill/>
              <a:ln>
                <a:noFill/>
              </a:ln>
            </p:spPr>
          </p:pic>
          <p:pic>
            <p:nvPicPr>
              <p:cNvPr id="96" name="Google Shape;96;p4"/>
              <p:cNvPicPr preferRelativeResize="0"/>
              <p:nvPr/>
            </p:nvPicPr>
            <p:blipFill>
              <a:blip r:embed="rId2">
                <a:alphaModFix/>
              </a:blip>
              <a:stretch>
                <a:fillRect/>
              </a:stretch>
            </p:blipFill>
            <p:spPr>
              <a:xfrm>
                <a:off x="2057775" y="0"/>
                <a:ext cx="1371975" cy="896675"/>
              </a:xfrm>
              <a:prstGeom prst="rect">
                <a:avLst/>
              </a:prstGeom>
              <a:noFill/>
              <a:ln>
                <a:noFill/>
              </a:ln>
            </p:spPr>
          </p:pic>
          <p:pic>
            <p:nvPicPr>
              <p:cNvPr id="97" name="Google Shape;97;p4"/>
              <p:cNvPicPr preferRelativeResize="0"/>
              <p:nvPr/>
            </p:nvPicPr>
            <p:blipFill>
              <a:blip r:embed="rId2">
                <a:alphaModFix/>
              </a:blip>
              <a:stretch>
                <a:fillRect/>
              </a:stretch>
            </p:blipFill>
            <p:spPr>
              <a:xfrm>
                <a:off x="4115550" y="0"/>
                <a:ext cx="1371975" cy="896675"/>
              </a:xfrm>
              <a:prstGeom prst="rect">
                <a:avLst/>
              </a:prstGeom>
              <a:noFill/>
              <a:ln>
                <a:noFill/>
              </a:ln>
            </p:spPr>
          </p:pic>
          <p:pic>
            <p:nvPicPr>
              <p:cNvPr id="98" name="Google Shape;98;p4"/>
              <p:cNvPicPr preferRelativeResize="0"/>
              <p:nvPr/>
            </p:nvPicPr>
            <p:blipFill>
              <a:blip r:embed="rId2">
                <a:alphaModFix/>
              </a:blip>
              <a:stretch>
                <a:fillRect/>
              </a:stretch>
            </p:blipFill>
            <p:spPr>
              <a:xfrm>
                <a:off x="6173325" y="0"/>
                <a:ext cx="1371975" cy="896675"/>
              </a:xfrm>
              <a:prstGeom prst="rect">
                <a:avLst/>
              </a:prstGeom>
              <a:noFill/>
              <a:ln>
                <a:noFill/>
              </a:ln>
            </p:spPr>
          </p:pic>
        </p:grpSp>
        <p:grpSp>
          <p:nvGrpSpPr>
            <p:cNvPr id="99" name="Google Shape;99;p4"/>
            <p:cNvGrpSpPr/>
            <p:nvPr/>
          </p:nvGrpSpPr>
          <p:grpSpPr>
            <a:xfrm flipH="1">
              <a:off x="4762444" y="1600887"/>
              <a:ext cx="3186606" cy="520699"/>
              <a:chOff x="2057775" y="0"/>
              <a:chExt cx="5487525" cy="896675"/>
            </a:xfrm>
          </p:grpSpPr>
          <p:pic>
            <p:nvPicPr>
              <p:cNvPr id="100" name="Google Shape;100;p4"/>
              <p:cNvPicPr preferRelativeResize="0"/>
              <p:nvPr/>
            </p:nvPicPr>
            <p:blipFill>
              <a:blip r:embed="rId2">
                <a:alphaModFix/>
              </a:blip>
              <a:stretch>
                <a:fillRect/>
              </a:stretch>
            </p:blipFill>
            <p:spPr>
              <a:xfrm>
                <a:off x="2057775" y="0"/>
                <a:ext cx="1371975" cy="896675"/>
              </a:xfrm>
              <a:prstGeom prst="rect">
                <a:avLst/>
              </a:prstGeom>
              <a:noFill/>
              <a:ln>
                <a:noFill/>
              </a:ln>
            </p:spPr>
          </p:pic>
          <p:pic>
            <p:nvPicPr>
              <p:cNvPr id="101" name="Google Shape;101;p4"/>
              <p:cNvPicPr preferRelativeResize="0"/>
              <p:nvPr/>
            </p:nvPicPr>
            <p:blipFill>
              <a:blip r:embed="rId2">
                <a:alphaModFix/>
              </a:blip>
              <a:stretch>
                <a:fillRect/>
              </a:stretch>
            </p:blipFill>
            <p:spPr>
              <a:xfrm>
                <a:off x="4115550" y="0"/>
                <a:ext cx="1371975" cy="896675"/>
              </a:xfrm>
              <a:prstGeom prst="rect">
                <a:avLst/>
              </a:prstGeom>
              <a:noFill/>
              <a:ln>
                <a:noFill/>
              </a:ln>
            </p:spPr>
          </p:pic>
          <p:pic>
            <p:nvPicPr>
              <p:cNvPr id="102" name="Google Shape;102;p4"/>
              <p:cNvPicPr preferRelativeResize="0"/>
              <p:nvPr/>
            </p:nvPicPr>
            <p:blipFill>
              <a:blip r:embed="rId2">
                <a:alphaModFix/>
              </a:blip>
              <a:stretch>
                <a:fillRect/>
              </a:stretch>
            </p:blipFill>
            <p:spPr>
              <a:xfrm>
                <a:off x="6173325" y="0"/>
                <a:ext cx="1371975" cy="896675"/>
              </a:xfrm>
              <a:prstGeom prst="rect">
                <a:avLst/>
              </a:prstGeom>
              <a:noFill/>
              <a:ln>
                <a:noFill/>
              </a:ln>
            </p:spPr>
          </p:pic>
        </p:grpSp>
        <p:grpSp>
          <p:nvGrpSpPr>
            <p:cNvPr id="103" name="Google Shape;103;p4"/>
            <p:cNvGrpSpPr/>
            <p:nvPr/>
          </p:nvGrpSpPr>
          <p:grpSpPr>
            <a:xfrm flipH="1">
              <a:off x="4364072" y="1198193"/>
              <a:ext cx="3186606" cy="520699"/>
              <a:chOff x="2057775" y="0"/>
              <a:chExt cx="5487525" cy="896675"/>
            </a:xfrm>
          </p:grpSpPr>
          <p:pic>
            <p:nvPicPr>
              <p:cNvPr id="104" name="Google Shape;104;p4"/>
              <p:cNvPicPr preferRelativeResize="0"/>
              <p:nvPr/>
            </p:nvPicPr>
            <p:blipFill>
              <a:blip r:embed="rId2">
                <a:alphaModFix/>
              </a:blip>
              <a:stretch>
                <a:fillRect/>
              </a:stretch>
            </p:blipFill>
            <p:spPr>
              <a:xfrm>
                <a:off x="2057775" y="0"/>
                <a:ext cx="1371975" cy="896675"/>
              </a:xfrm>
              <a:prstGeom prst="rect">
                <a:avLst/>
              </a:prstGeom>
              <a:noFill/>
              <a:ln>
                <a:noFill/>
              </a:ln>
            </p:spPr>
          </p:pic>
          <p:pic>
            <p:nvPicPr>
              <p:cNvPr id="105" name="Google Shape;105;p4"/>
              <p:cNvPicPr preferRelativeResize="0"/>
              <p:nvPr/>
            </p:nvPicPr>
            <p:blipFill>
              <a:blip r:embed="rId2">
                <a:alphaModFix/>
              </a:blip>
              <a:stretch>
                <a:fillRect/>
              </a:stretch>
            </p:blipFill>
            <p:spPr>
              <a:xfrm>
                <a:off x="4115550" y="0"/>
                <a:ext cx="1371975" cy="896675"/>
              </a:xfrm>
              <a:prstGeom prst="rect">
                <a:avLst/>
              </a:prstGeom>
              <a:noFill/>
              <a:ln>
                <a:noFill/>
              </a:ln>
            </p:spPr>
          </p:pic>
          <p:pic>
            <p:nvPicPr>
              <p:cNvPr id="106" name="Google Shape;106;p4"/>
              <p:cNvPicPr preferRelativeResize="0"/>
              <p:nvPr/>
            </p:nvPicPr>
            <p:blipFill>
              <a:blip r:embed="rId2">
                <a:alphaModFix/>
              </a:blip>
              <a:stretch>
                <a:fillRect/>
              </a:stretch>
            </p:blipFill>
            <p:spPr>
              <a:xfrm>
                <a:off x="6173325" y="0"/>
                <a:ext cx="1371975" cy="896675"/>
              </a:xfrm>
              <a:prstGeom prst="rect">
                <a:avLst/>
              </a:prstGeom>
              <a:noFill/>
              <a:ln>
                <a:noFill/>
              </a:ln>
            </p:spPr>
          </p:pic>
        </p:grpSp>
        <p:pic>
          <p:nvPicPr>
            <p:cNvPr id="107" name="Google Shape;107;p4"/>
            <p:cNvPicPr preferRelativeResize="0"/>
            <p:nvPr/>
          </p:nvPicPr>
          <p:blipFill>
            <a:blip r:embed="rId2">
              <a:alphaModFix/>
            </a:blip>
            <a:stretch>
              <a:fillRect/>
            </a:stretch>
          </p:blipFill>
          <p:spPr>
            <a:xfrm flipH="1">
              <a:off x="4762444" y="798862"/>
              <a:ext cx="796706" cy="520699"/>
            </a:xfrm>
            <a:prstGeom prst="rect">
              <a:avLst/>
            </a:prstGeom>
            <a:noFill/>
            <a:ln>
              <a:noFill/>
            </a:ln>
          </p:spPr>
        </p:pic>
        <p:grpSp>
          <p:nvGrpSpPr>
            <p:cNvPr id="108" name="Google Shape;108;p4"/>
            <p:cNvGrpSpPr/>
            <p:nvPr/>
          </p:nvGrpSpPr>
          <p:grpSpPr>
            <a:xfrm flipH="1">
              <a:off x="4364072" y="396118"/>
              <a:ext cx="1991656" cy="520699"/>
              <a:chOff x="4115550" y="0"/>
              <a:chExt cx="3429750" cy="896675"/>
            </a:xfrm>
          </p:grpSpPr>
          <p:pic>
            <p:nvPicPr>
              <p:cNvPr id="109" name="Google Shape;109;p4"/>
              <p:cNvPicPr preferRelativeResize="0"/>
              <p:nvPr/>
            </p:nvPicPr>
            <p:blipFill>
              <a:blip r:embed="rId2">
                <a:alphaModFix/>
              </a:blip>
              <a:stretch>
                <a:fillRect/>
              </a:stretch>
            </p:blipFill>
            <p:spPr>
              <a:xfrm>
                <a:off x="4115550" y="0"/>
                <a:ext cx="1371975" cy="896675"/>
              </a:xfrm>
              <a:prstGeom prst="rect">
                <a:avLst/>
              </a:prstGeom>
              <a:noFill/>
              <a:ln>
                <a:noFill/>
              </a:ln>
            </p:spPr>
          </p:pic>
          <p:pic>
            <p:nvPicPr>
              <p:cNvPr id="110" name="Google Shape;110;p4"/>
              <p:cNvPicPr preferRelativeResize="0"/>
              <p:nvPr/>
            </p:nvPicPr>
            <p:blipFill>
              <a:blip r:embed="rId2">
                <a:alphaModFix/>
              </a:blip>
              <a:stretch>
                <a:fillRect/>
              </a:stretch>
            </p:blipFill>
            <p:spPr>
              <a:xfrm>
                <a:off x="6173325" y="0"/>
                <a:ext cx="1371975" cy="896675"/>
              </a:xfrm>
              <a:prstGeom prst="rect">
                <a:avLst/>
              </a:prstGeom>
              <a:noFill/>
              <a:ln>
                <a:noFill/>
              </a:ln>
            </p:spPr>
          </p:pic>
        </p:grpSp>
        <p:pic>
          <p:nvPicPr>
            <p:cNvPr id="111" name="Google Shape;111;p4"/>
            <p:cNvPicPr preferRelativeResize="0"/>
            <p:nvPr/>
          </p:nvPicPr>
          <p:blipFill>
            <a:blip r:embed="rId2">
              <a:alphaModFix/>
            </a:blip>
            <a:stretch>
              <a:fillRect/>
            </a:stretch>
          </p:blipFill>
          <p:spPr>
            <a:xfrm flipH="1">
              <a:off x="4762444" y="-3213"/>
              <a:ext cx="796706" cy="520699"/>
            </a:xfrm>
            <a:prstGeom prst="rect">
              <a:avLst/>
            </a:prstGeom>
            <a:noFill/>
            <a:ln>
              <a:noFill/>
            </a:ln>
          </p:spPr>
        </p:pic>
      </p:grpSp>
      <p:sp>
        <p:nvSpPr>
          <p:cNvPr id="112" name="Google Shape;112;p4"/>
          <p:cNvSpPr txBox="1">
            <a:spLocks noGrp="1"/>
          </p:cNvSpPr>
          <p:nvPr>
            <p:ph type="body" idx="1"/>
          </p:nvPr>
        </p:nvSpPr>
        <p:spPr>
          <a:xfrm>
            <a:off x="3316867" y="1624033"/>
            <a:ext cx="5558400" cy="3610000"/>
          </a:xfrm>
          <a:prstGeom prst="rect">
            <a:avLst/>
          </a:prstGeom>
        </p:spPr>
        <p:txBody>
          <a:bodyPr spcFirstLastPara="1" wrap="square" lIns="0" tIns="0" rIns="0" bIns="0" anchor="ctr" anchorCtr="0">
            <a:noAutofit/>
          </a:bodyPr>
          <a:lstStyle>
            <a:lvl1pPr marL="609585" lvl="0" indent="-507987" algn="ctr" rtl="0">
              <a:spcBef>
                <a:spcPts val="800"/>
              </a:spcBef>
              <a:spcAft>
                <a:spcPts val="0"/>
              </a:spcAft>
              <a:buSzPts val="2400"/>
              <a:buFont typeface="Montserrat"/>
              <a:buChar char="❑"/>
              <a:defRPr sz="3200" b="1">
                <a:latin typeface="Montserrat"/>
                <a:ea typeface="Montserrat"/>
                <a:cs typeface="Montserrat"/>
                <a:sym typeface="Montserrat"/>
              </a:defRPr>
            </a:lvl1pPr>
            <a:lvl2pPr marL="1219170" lvl="1" indent="-507987" algn="ctr" rtl="0">
              <a:spcBef>
                <a:spcPts val="800"/>
              </a:spcBef>
              <a:spcAft>
                <a:spcPts val="0"/>
              </a:spcAft>
              <a:buSzPts val="2400"/>
              <a:buFont typeface="Montserrat"/>
              <a:buChar char="❏"/>
              <a:defRPr sz="3200" b="1">
                <a:latin typeface="Montserrat"/>
                <a:ea typeface="Montserrat"/>
                <a:cs typeface="Montserrat"/>
                <a:sym typeface="Montserrat"/>
              </a:defRPr>
            </a:lvl2pPr>
            <a:lvl3pPr marL="1828754" lvl="2" indent="-507987" algn="ctr" rtl="0">
              <a:spcBef>
                <a:spcPts val="800"/>
              </a:spcBef>
              <a:spcAft>
                <a:spcPts val="0"/>
              </a:spcAft>
              <a:buSzPts val="2400"/>
              <a:buFont typeface="Montserrat"/>
              <a:buChar char="❏"/>
              <a:defRPr sz="3200" b="1">
                <a:latin typeface="Montserrat"/>
                <a:ea typeface="Montserrat"/>
                <a:cs typeface="Montserrat"/>
                <a:sym typeface="Montserrat"/>
              </a:defRPr>
            </a:lvl3pPr>
            <a:lvl4pPr marL="2438339" lvl="3" indent="-507987" algn="ctr" rtl="0">
              <a:spcBef>
                <a:spcPts val="800"/>
              </a:spcBef>
              <a:spcAft>
                <a:spcPts val="0"/>
              </a:spcAft>
              <a:buSzPts val="2400"/>
              <a:buFont typeface="Montserrat"/>
              <a:buChar char="❏"/>
              <a:defRPr sz="3200" b="1">
                <a:latin typeface="Montserrat"/>
                <a:ea typeface="Montserrat"/>
                <a:cs typeface="Montserrat"/>
                <a:sym typeface="Montserrat"/>
              </a:defRPr>
            </a:lvl4pPr>
            <a:lvl5pPr marL="3047924" lvl="4" indent="-507987" algn="ctr" rtl="0">
              <a:spcBef>
                <a:spcPts val="800"/>
              </a:spcBef>
              <a:spcAft>
                <a:spcPts val="0"/>
              </a:spcAft>
              <a:buSzPts val="2400"/>
              <a:buFont typeface="Montserrat"/>
              <a:buChar char="❏"/>
              <a:defRPr sz="3200" b="1">
                <a:latin typeface="Montserrat"/>
                <a:ea typeface="Montserrat"/>
                <a:cs typeface="Montserrat"/>
                <a:sym typeface="Montserrat"/>
              </a:defRPr>
            </a:lvl5pPr>
            <a:lvl6pPr marL="3657509" lvl="5" indent="-507987" algn="ctr" rtl="0">
              <a:spcBef>
                <a:spcPts val="800"/>
              </a:spcBef>
              <a:spcAft>
                <a:spcPts val="0"/>
              </a:spcAft>
              <a:buSzPts val="2400"/>
              <a:buFont typeface="Montserrat"/>
              <a:buChar char="❏"/>
              <a:defRPr sz="3200" b="1">
                <a:latin typeface="Montserrat"/>
                <a:ea typeface="Montserrat"/>
                <a:cs typeface="Montserrat"/>
                <a:sym typeface="Montserrat"/>
              </a:defRPr>
            </a:lvl6pPr>
            <a:lvl7pPr marL="4267093" lvl="6" indent="-507987" algn="ctr" rtl="0">
              <a:spcBef>
                <a:spcPts val="800"/>
              </a:spcBef>
              <a:spcAft>
                <a:spcPts val="0"/>
              </a:spcAft>
              <a:buSzPts val="2400"/>
              <a:buFont typeface="Montserrat"/>
              <a:buChar char="❏"/>
              <a:defRPr sz="3200" b="1">
                <a:latin typeface="Montserrat"/>
                <a:ea typeface="Montserrat"/>
                <a:cs typeface="Montserrat"/>
                <a:sym typeface="Montserrat"/>
              </a:defRPr>
            </a:lvl7pPr>
            <a:lvl8pPr marL="4876678" lvl="7" indent="-507987" algn="ctr" rtl="0">
              <a:spcBef>
                <a:spcPts val="800"/>
              </a:spcBef>
              <a:spcAft>
                <a:spcPts val="0"/>
              </a:spcAft>
              <a:buSzPts val="2400"/>
              <a:buFont typeface="Montserrat"/>
              <a:buChar char="❏"/>
              <a:defRPr sz="3200" b="1">
                <a:latin typeface="Montserrat"/>
                <a:ea typeface="Montserrat"/>
                <a:cs typeface="Montserrat"/>
                <a:sym typeface="Montserrat"/>
              </a:defRPr>
            </a:lvl8pPr>
            <a:lvl9pPr marL="5486263" lvl="8" indent="-507987" algn="ctr">
              <a:spcBef>
                <a:spcPts val="800"/>
              </a:spcBef>
              <a:spcAft>
                <a:spcPts val="0"/>
              </a:spcAft>
              <a:buSzPts val="2400"/>
              <a:buFont typeface="Montserrat"/>
              <a:buChar char="❏"/>
              <a:defRPr sz="3200" b="1">
                <a:latin typeface="Montserrat"/>
                <a:ea typeface="Montserrat"/>
                <a:cs typeface="Montserrat"/>
                <a:sym typeface="Montserrat"/>
              </a:defRPr>
            </a:lvl9pPr>
          </a:lstStyle>
          <a:p>
            <a:pPr lvl="0"/>
            <a:r>
              <a:rPr lang="en-US"/>
              <a:t>Click to edit Master text styles</a:t>
            </a:r>
          </a:p>
        </p:txBody>
      </p:sp>
      <p:sp>
        <p:nvSpPr>
          <p:cNvPr id="113" name="Google Shape;113;p4"/>
          <p:cNvSpPr txBox="1">
            <a:spLocks noGrp="1"/>
          </p:cNvSpPr>
          <p:nvPr>
            <p:ph type="sldNum" idx="12"/>
          </p:nvPr>
        </p:nvSpPr>
        <p:spPr>
          <a:xfrm>
            <a:off x="11639200" y="6312100"/>
            <a:ext cx="552800" cy="546000"/>
          </a:xfrm>
          <a:prstGeom prst="rect">
            <a:avLst/>
          </a:prstGeom>
        </p:spPr>
        <p:txBody>
          <a:bodyPr spcFirstLastPara="1" wrap="square" lIns="0" tIns="0" rIns="0" bIns="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2DD0220B-7B1B-4D87-8D28-280D010D0C9D}" type="slidenum">
              <a:rPr lang="en-IN" smtClean="0"/>
              <a:t>‹#›</a:t>
            </a:fld>
            <a:endParaRPr lang="en-IN"/>
          </a:p>
        </p:txBody>
      </p:sp>
    </p:spTree>
    <p:extLst>
      <p:ext uri="{BB962C8B-B14F-4D97-AF65-F5344CB8AC3E}">
        <p14:creationId xmlns:p14="http://schemas.microsoft.com/office/powerpoint/2010/main" val="26267389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 1 column" type="tx">
  <p:cSld name="Title + 1 column">
    <p:spTree>
      <p:nvGrpSpPr>
        <p:cNvPr id="1" name="Shape 114"/>
        <p:cNvGrpSpPr/>
        <p:nvPr/>
      </p:nvGrpSpPr>
      <p:grpSpPr>
        <a:xfrm>
          <a:off x="0" y="0"/>
          <a:ext cx="0" cy="0"/>
          <a:chOff x="0" y="0"/>
          <a:chExt cx="0" cy="0"/>
        </a:xfrm>
      </p:grpSpPr>
      <p:grpSp>
        <p:nvGrpSpPr>
          <p:cNvPr id="115" name="Google Shape;115;p5"/>
          <p:cNvGrpSpPr/>
          <p:nvPr/>
        </p:nvGrpSpPr>
        <p:grpSpPr>
          <a:xfrm flipH="1">
            <a:off x="5818365" y="-4283"/>
            <a:ext cx="6373635" cy="2821561"/>
            <a:chOff x="0" y="0"/>
            <a:chExt cx="5072935" cy="2245751"/>
          </a:xfrm>
        </p:grpSpPr>
        <p:pic>
          <p:nvPicPr>
            <p:cNvPr id="116" name="Google Shape;116;p5"/>
            <p:cNvPicPr preferRelativeResize="0"/>
            <p:nvPr/>
          </p:nvPicPr>
          <p:blipFill>
            <a:blip r:embed="rId2">
              <a:alphaModFix/>
            </a:blip>
            <a:stretch>
              <a:fillRect/>
            </a:stretch>
          </p:blipFill>
          <p:spPr>
            <a:xfrm>
              <a:off x="0" y="1693130"/>
              <a:ext cx="845548" cy="552621"/>
            </a:xfrm>
            <a:prstGeom prst="rect">
              <a:avLst/>
            </a:prstGeom>
            <a:noFill/>
            <a:ln>
              <a:noFill/>
            </a:ln>
          </p:spPr>
        </p:pic>
        <p:pic>
          <p:nvPicPr>
            <p:cNvPr id="117" name="Google Shape;117;p5"/>
            <p:cNvPicPr preferRelativeResize="0"/>
            <p:nvPr/>
          </p:nvPicPr>
          <p:blipFill>
            <a:blip r:embed="rId2">
              <a:alphaModFix/>
            </a:blip>
            <a:stretch>
              <a:fillRect/>
            </a:stretch>
          </p:blipFill>
          <p:spPr>
            <a:xfrm>
              <a:off x="422766" y="1270348"/>
              <a:ext cx="845548" cy="552621"/>
            </a:xfrm>
            <a:prstGeom prst="rect">
              <a:avLst/>
            </a:prstGeom>
            <a:noFill/>
            <a:ln>
              <a:noFill/>
            </a:ln>
          </p:spPr>
        </p:pic>
        <p:grpSp>
          <p:nvGrpSpPr>
            <p:cNvPr id="118" name="Google Shape;118;p5"/>
            <p:cNvGrpSpPr/>
            <p:nvPr/>
          </p:nvGrpSpPr>
          <p:grpSpPr>
            <a:xfrm>
              <a:off x="0" y="846565"/>
              <a:ext cx="3381962" cy="552621"/>
              <a:chOff x="0" y="0"/>
              <a:chExt cx="5487525" cy="896675"/>
            </a:xfrm>
          </p:grpSpPr>
          <p:pic>
            <p:nvPicPr>
              <p:cNvPr id="119" name="Google Shape;119;p5"/>
              <p:cNvPicPr preferRelativeResize="0"/>
              <p:nvPr/>
            </p:nvPicPr>
            <p:blipFill>
              <a:blip r:embed="rId2">
                <a:alphaModFix/>
              </a:blip>
              <a:stretch>
                <a:fillRect/>
              </a:stretch>
            </p:blipFill>
            <p:spPr>
              <a:xfrm>
                <a:off x="0" y="0"/>
                <a:ext cx="1371975" cy="896675"/>
              </a:xfrm>
              <a:prstGeom prst="rect">
                <a:avLst/>
              </a:prstGeom>
              <a:noFill/>
              <a:ln>
                <a:noFill/>
              </a:ln>
            </p:spPr>
          </p:pic>
          <p:pic>
            <p:nvPicPr>
              <p:cNvPr id="120" name="Google Shape;120;p5"/>
              <p:cNvPicPr preferRelativeResize="0"/>
              <p:nvPr/>
            </p:nvPicPr>
            <p:blipFill>
              <a:blip r:embed="rId2">
                <a:alphaModFix/>
              </a:blip>
              <a:stretch>
                <a:fillRect/>
              </a:stretch>
            </p:blipFill>
            <p:spPr>
              <a:xfrm>
                <a:off x="2057775" y="0"/>
                <a:ext cx="1371975" cy="896675"/>
              </a:xfrm>
              <a:prstGeom prst="rect">
                <a:avLst/>
              </a:prstGeom>
              <a:noFill/>
              <a:ln>
                <a:noFill/>
              </a:ln>
            </p:spPr>
          </p:pic>
          <p:pic>
            <p:nvPicPr>
              <p:cNvPr id="121" name="Google Shape;121;p5"/>
              <p:cNvPicPr preferRelativeResize="0"/>
              <p:nvPr/>
            </p:nvPicPr>
            <p:blipFill>
              <a:blip r:embed="rId2">
                <a:alphaModFix/>
              </a:blip>
              <a:stretch>
                <a:fillRect/>
              </a:stretch>
            </p:blipFill>
            <p:spPr>
              <a:xfrm>
                <a:off x="4115550" y="0"/>
                <a:ext cx="1371975" cy="896675"/>
              </a:xfrm>
              <a:prstGeom prst="rect">
                <a:avLst/>
              </a:prstGeom>
              <a:noFill/>
              <a:ln>
                <a:noFill/>
              </a:ln>
            </p:spPr>
          </p:pic>
        </p:grpSp>
        <p:grpSp>
          <p:nvGrpSpPr>
            <p:cNvPr id="122" name="Google Shape;122;p5"/>
            <p:cNvGrpSpPr/>
            <p:nvPr/>
          </p:nvGrpSpPr>
          <p:grpSpPr>
            <a:xfrm>
              <a:off x="422766" y="423783"/>
              <a:ext cx="4650168" cy="552621"/>
              <a:chOff x="0" y="0"/>
              <a:chExt cx="7545300" cy="896675"/>
            </a:xfrm>
          </p:grpSpPr>
          <p:pic>
            <p:nvPicPr>
              <p:cNvPr id="123" name="Google Shape;123;p5"/>
              <p:cNvPicPr preferRelativeResize="0"/>
              <p:nvPr/>
            </p:nvPicPr>
            <p:blipFill>
              <a:blip r:embed="rId2">
                <a:alphaModFix/>
              </a:blip>
              <a:stretch>
                <a:fillRect/>
              </a:stretch>
            </p:blipFill>
            <p:spPr>
              <a:xfrm>
                <a:off x="0" y="0"/>
                <a:ext cx="1371975" cy="896675"/>
              </a:xfrm>
              <a:prstGeom prst="rect">
                <a:avLst/>
              </a:prstGeom>
              <a:noFill/>
              <a:ln>
                <a:noFill/>
              </a:ln>
            </p:spPr>
          </p:pic>
          <p:pic>
            <p:nvPicPr>
              <p:cNvPr id="124" name="Google Shape;124;p5"/>
              <p:cNvPicPr preferRelativeResize="0"/>
              <p:nvPr/>
            </p:nvPicPr>
            <p:blipFill>
              <a:blip r:embed="rId2">
                <a:alphaModFix/>
              </a:blip>
              <a:stretch>
                <a:fillRect/>
              </a:stretch>
            </p:blipFill>
            <p:spPr>
              <a:xfrm>
                <a:off x="2057775" y="0"/>
                <a:ext cx="1371975" cy="896675"/>
              </a:xfrm>
              <a:prstGeom prst="rect">
                <a:avLst/>
              </a:prstGeom>
              <a:noFill/>
              <a:ln>
                <a:noFill/>
              </a:ln>
            </p:spPr>
          </p:pic>
          <p:pic>
            <p:nvPicPr>
              <p:cNvPr id="125" name="Google Shape;125;p5"/>
              <p:cNvPicPr preferRelativeResize="0"/>
              <p:nvPr/>
            </p:nvPicPr>
            <p:blipFill>
              <a:blip r:embed="rId2">
                <a:alphaModFix/>
              </a:blip>
              <a:stretch>
                <a:fillRect/>
              </a:stretch>
            </p:blipFill>
            <p:spPr>
              <a:xfrm>
                <a:off x="4115550" y="0"/>
                <a:ext cx="1371975" cy="896675"/>
              </a:xfrm>
              <a:prstGeom prst="rect">
                <a:avLst/>
              </a:prstGeom>
              <a:noFill/>
              <a:ln>
                <a:noFill/>
              </a:ln>
            </p:spPr>
          </p:pic>
          <p:pic>
            <p:nvPicPr>
              <p:cNvPr id="126" name="Google Shape;126;p5"/>
              <p:cNvPicPr preferRelativeResize="0"/>
              <p:nvPr/>
            </p:nvPicPr>
            <p:blipFill>
              <a:blip r:embed="rId2">
                <a:alphaModFix/>
              </a:blip>
              <a:stretch>
                <a:fillRect/>
              </a:stretch>
            </p:blipFill>
            <p:spPr>
              <a:xfrm>
                <a:off x="6173325" y="0"/>
                <a:ext cx="1371975" cy="896675"/>
              </a:xfrm>
              <a:prstGeom prst="rect">
                <a:avLst/>
              </a:prstGeom>
              <a:noFill/>
              <a:ln>
                <a:noFill/>
              </a:ln>
            </p:spPr>
          </p:pic>
        </p:grpSp>
        <p:grpSp>
          <p:nvGrpSpPr>
            <p:cNvPr id="127" name="Google Shape;127;p5"/>
            <p:cNvGrpSpPr/>
            <p:nvPr/>
          </p:nvGrpSpPr>
          <p:grpSpPr>
            <a:xfrm>
              <a:off x="0" y="0"/>
              <a:ext cx="4650168" cy="552621"/>
              <a:chOff x="0" y="0"/>
              <a:chExt cx="7545300" cy="896675"/>
            </a:xfrm>
          </p:grpSpPr>
          <p:pic>
            <p:nvPicPr>
              <p:cNvPr id="128" name="Google Shape;128;p5"/>
              <p:cNvPicPr preferRelativeResize="0"/>
              <p:nvPr/>
            </p:nvPicPr>
            <p:blipFill>
              <a:blip r:embed="rId2">
                <a:alphaModFix/>
              </a:blip>
              <a:stretch>
                <a:fillRect/>
              </a:stretch>
            </p:blipFill>
            <p:spPr>
              <a:xfrm>
                <a:off x="0" y="0"/>
                <a:ext cx="1371975" cy="896675"/>
              </a:xfrm>
              <a:prstGeom prst="rect">
                <a:avLst/>
              </a:prstGeom>
              <a:noFill/>
              <a:ln>
                <a:noFill/>
              </a:ln>
            </p:spPr>
          </p:pic>
          <p:pic>
            <p:nvPicPr>
              <p:cNvPr id="129" name="Google Shape;129;p5"/>
              <p:cNvPicPr preferRelativeResize="0"/>
              <p:nvPr/>
            </p:nvPicPr>
            <p:blipFill>
              <a:blip r:embed="rId2">
                <a:alphaModFix/>
              </a:blip>
              <a:stretch>
                <a:fillRect/>
              </a:stretch>
            </p:blipFill>
            <p:spPr>
              <a:xfrm>
                <a:off x="2057775" y="0"/>
                <a:ext cx="1371975" cy="896675"/>
              </a:xfrm>
              <a:prstGeom prst="rect">
                <a:avLst/>
              </a:prstGeom>
              <a:noFill/>
              <a:ln>
                <a:noFill/>
              </a:ln>
            </p:spPr>
          </p:pic>
          <p:pic>
            <p:nvPicPr>
              <p:cNvPr id="130" name="Google Shape;130;p5"/>
              <p:cNvPicPr preferRelativeResize="0"/>
              <p:nvPr/>
            </p:nvPicPr>
            <p:blipFill>
              <a:blip r:embed="rId2">
                <a:alphaModFix/>
              </a:blip>
              <a:stretch>
                <a:fillRect/>
              </a:stretch>
            </p:blipFill>
            <p:spPr>
              <a:xfrm>
                <a:off x="4115550" y="0"/>
                <a:ext cx="1371975" cy="896675"/>
              </a:xfrm>
              <a:prstGeom prst="rect">
                <a:avLst/>
              </a:prstGeom>
              <a:noFill/>
              <a:ln>
                <a:noFill/>
              </a:ln>
            </p:spPr>
          </p:pic>
          <p:pic>
            <p:nvPicPr>
              <p:cNvPr id="131" name="Google Shape;131;p5"/>
              <p:cNvPicPr preferRelativeResize="0"/>
              <p:nvPr/>
            </p:nvPicPr>
            <p:blipFill>
              <a:blip r:embed="rId2">
                <a:alphaModFix/>
              </a:blip>
              <a:stretch>
                <a:fillRect/>
              </a:stretch>
            </p:blipFill>
            <p:spPr>
              <a:xfrm>
                <a:off x="6173325" y="0"/>
                <a:ext cx="1371975" cy="896675"/>
              </a:xfrm>
              <a:prstGeom prst="rect">
                <a:avLst/>
              </a:prstGeom>
              <a:noFill/>
              <a:ln>
                <a:noFill/>
              </a:ln>
            </p:spPr>
          </p:pic>
        </p:grpSp>
      </p:grpSp>
      <p:grpSp>
        <p:nvGrpSpPr>
          <p:cNvPr id="132" name="Google Shape;132;p5"/>
          <p:cNvGrpSpPr/>
          <p:nvPr/>
        </p:nvGrpSpPr>
        <p:grpSpPr>
          <a:xfrm flipH="1">
            <a:off x="8" y="5270900"/>
            <a:ext cx="3186885" cy="1757937"/>
            <a:chOff x="6607482" y="3879952"/>
            <a:chExt cx="2536521" cy="1399186"/>
          </a:xfrm>
        </p:grpSpPr>
        <p:grpSp>
          <p:nvGrpSpPr>
            <p:cNvPr id="133" name="Google Shape;133;p5"/>
            <p:cNvGrpSpPr/>
            <p:nvPr/>
          </p:nvGrpSpPr>
          <p:grpSpPr>
            <a:xfrm>
              <a:off x="6607482" y="4726517"/>
              <a:ext cx="2113755" cy="552621"/>
              <a:chOff x="2057775" y="0"/>
              <a:chExt cx="3429750" cy="896675"/>
            </a:xfrm>
          </p:grpSpPr>
          <p:pic>
            <p:nvPicPr>
              <p:cNvPr id="134" name="Google Shape;134;p5"/>
              <p:cNvPicPr preferRelativeResize="0"/>
              <p:nvPr/>
            </p:nvPicPr>
            <p:blipFill>
              <a:blip r:embed="rId2">
                <a:alphaModFix/>
              </a:blip>
              <a:stretch>
                <a:fillRect/>
              </a:stretch>
            </p:blipFill>
            <p:spPr>
              <a:xfrm>
                <a:off x="2057775" y="0"/>
                <a:ext cx="1371975" cy="896675"/>
              </a:xfrm>
              <a:prstGeom prst="rect">
                <a:avLst/>
              </a:prstGeom>
              <a:noFill/>
              <a:ln>
                <a:noFill/>
              </a:ln>
            </p:spPr>
          </p:pic>
          <p:pic>
            <p:nvPicPr>
              <p:cNvPr id="135" name="Google Shape;135;p5"/>
              <p:cNvPicPr preferRelativeResize="0"/>
              <p:nvPr/>
            </p:nvPicPr>
            <p:blipFill>
              <a:blip r:embed="rId2">
                <a:alphaModFix/>
              </a:blip>
              <a:stretch>
                <a:fillRect/>
              </a:stretch>
            </p:blipFill>
            <p:spPr>
              <a:xfrm>
                <a:off x="4115550" y="0"/>
                <a:ext cx="1371975" cy="896675"/>
              </a:xfrm>
              <a:prstGeom prst="rect">
                <a:avLst/>
              </a:prstGeom>
              <a:noFill/>
              <a:ln>
                <a:noFill/>
              </a:ln>
            </p:spPr>
          </p:pic>
        </p:grpSp>
        <p:grpSp>
          <p:nvGrpSpPr>
            <p:cNvPr id="136" name="Google Shape;136;p5"/>
            <p:cNvGrpSpPr/>
            <p:nvPr/>
          </p:nvGrpSpPr>
          <p:grpSpPr>
            <a:xfrm>
              <a:off x="7030248" y="4303735"/>
              <a:ext cx="2113755" cy="552621"/>
              <a:chOff x="2057775" y="0"/>
              <a:chExt cx="3429750" cy="896675"/>
            </a:xfrm>
          </p:grpSpPr>
          <p:pic>
            <p:nvPicPr>
              <p:cNvPr id="137" name="Google Shape;137;p5"/>
              <p:cNvPicPr preferRelativeResize="0"/>
              <p:nvPr/>
            </p:nvPicPr>
            <p:blipFill>
              <a:blip r:embed="rId2">
                <a:alphaModFix/>
              </a:blip>
              <a:stretch>
                <a:fillRect/>
              </a:stretch>
            </p:blipFill>
            <p:spPr>
              <a:xfrm>
                <a:off x="2057775" y="0"/>
                <a:ext cx="1371975" cy="896675"/>
              </a:xfrm>
              <a:prstGeom prst="rect">
                <a:avLst/>
              </a:prstGeom>
              <a:noFill/>
              <a:ln>
                <a:noFill/>
              </a:ln>
            </p:spPr>
          </p:pic>
          <p:pic>
            <p:nvPicPr>
              <p:cNvPr id="138" name="Google Shape;138;p5"/>
              <p:cNvPicPr preferRelativeResize="0"/>
              <p:nvPr/>
            </p:nvPicPr>
            <p:blipFill>
              <a:blip r:embed="rId2">
                <a:alphaModFix/>
              </a:blip>
              <a:stretch>
                <a:fillRect/>
              </a:stretch>
            </p:blipFill>
            <p:spPr>
              <a:xfrm>
                <a:off x="4115550" y="0"/>
                <a:ext cx="1371975" cy="896675"/>
              </a:xfrm>
              <a:prstGeom prst="rect">
                <a:avLst/>
              </a:prstGeom>
              <a:noFill/>
              <a:ln>
                <a:noFill/>
              </a:ln>
            </p:spPr>
          </p:pic>
        </p:grpSp>
        <p:pic>
          <p:nvPicPr>
            <p:cNvPr id="139" name="Google Shape;139;p5"/>
            <p:cNvPicPr preferRelativeResize="0"/>
            <p:nvPr/>
          </p:nvPicPr>
          <p:blipFill>
            <a:blip r:embed="rId2">
              <a:alphaModFix/>
            </a:blip>
            <a:stretch>
              <a:fillRect/>
            </a:stretch>
          </p:blipFill>
          <p:spPr>
            <a:xfrm>
              <a:off x="7875688" y="3879952"/>
              <a:ext cx="845548" cy="552621"/>
            </a:xfrm>
            <a:prstGeom prst="rect">
              <a:avLst/>
            </a:prstGeom>
            <a:noFill/>
            <a:ln>
              <a:noFill/>
            </a:ln>
          </p:spPr>
        </p:pic>
      </p:grpSp>
      <p:sp>
        <p:nvSpPr>
          <p:cNvPr id="140" name="Google Shape;140;p5"/>
          <p:cNvSpPr txBox="1">
            <a:spLocks noGrp="1"/>
          </p:cNvSpPr>
          <p:nvPr>
            <p:ph type="title"/>
          </p:nvPr>
        </p:nvSpPr>
        <p:spPr>
          <a:xfrm>
            <a:off x="1035267" y="536933"/>
            <a:ext cx="4783200" cy="1142400"/>
          </a:xfrm>
          <a:prstGeom prst="rect">
            <a:avLst/>
          </a:prstGeom>
        </p:spPr>
        <p:txBody>
          <a:bodyPr spcFirstLastPara="1" wrap="square" lIns="0" tIns="0" rIns="0" bIns="0" anchor="b" anchorCtr="0">
            <a:noAutofit/>
          </a:bodyPr>
          <a:lstStyle>
            <a:lvl1pPr lvl="0">
              <a:spcBef>
                <a:spcPts val="0"/>
              </a:spcBef>
              <a:spcAft>
                <a:spcPts val="0"/>
              </a:spcAft>
              <a:buSzPts val="1800"/>
              <a:buNone/>
              <a:defRPr/>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a:r>
              <a:rPr lang="en-US"/>
              <a:t>Click to edit Master title style</a:t>
            </a:r>
            <a:endParaRPr/>
          </a:p>
        </p:txBody>
      </p:sp>
      <p:sp>
        <p:nvSpPr>
          <p:cNvPr id="141" name="Google Shape;141;p5"/>
          <p:cNvSpPr txBox="1">
            <a:spLocks noGrp="1"/>
          </p:cNvSpPr>
          <p:nvPr>
            <p:ph type="body" idx="1"/>
          </p:nvPr>
        </p:nvSpPr>
        <p:spPr>
          <a:xfrm>
            <a:off x="1035267" y="2032500"/>
            <a:ext cx="10121600" cy="3910000"/>
          </a:xfrm>
          <a:prstGeom prst="rect">
            <a:avLst/>
          </a:prstGeom>
        </p:spPr>
        <p:txBody>
          <a:bodyPr spcFirstLastPara="1" wrap="square" lIns="0" tIns="0" rIns="0" bIns="0" anchor="t" anchorCtr="0">
            <a:noAutofit/>
          </a:bodyPr>
          <a:lstStyle>
            <a:lvl1pPr marL="609585" lvl="0" indent="-474121">
              <a:spcBef>
                <a:spcPts val="800"/>
              </a:spcBef>
              <a:spcAft>
                <a:spcPts val="0"/>
              </a:spcAft>
              <a:buSzPts val="2000"/>
              <a:buChar char="❑"/>
              <a:defRPr/>
            </a:lvl1pPr>
            <a:lvl2pPr marL="1219170" lvl="1" indent="-474121">
              <a:spcBef>
                <a:spcPts val="800"/>
              </a:spcBef>
              <a:spcAft>
                <a:spcPts val="0"/>
              </a:spcAft>
              <a:buSzPts val="2000"/>
              <a:buChar char="❏"/>
              <a:defRPr/>
            </a:lvl2pPr>
            <a:lvl3pPr marL="1828754" lvl="2" indent="-474121">
              <a:spcBef>
                <a:spcPts val="800"/>
              </a:spcBef>
              <a:spcAft>
                <a:spcPts val="0"/>
              </a:spcAft>
              <a:buSzPts val="2000"/>
              <a:buChar char="❏"/>
              <a:defRPr/>
            </a:lvl3pPr>
            <a:lvl4pPr marL="2438339" lvl="3" indent="-474121">
              <a:spcBef>
                <a:spcPts val="800"/>
              </a:spcBef>
              <a:spcAft>
                <a:spcPts val="0"/>
              </a:spcAft>
              <a:buSzPts val="2000"/>
              <a:buChar char="❏"/>
              <a:defRPr/>
            </a:lvl4pPr>
            <a:lvl5pPr marL="3047924" lvl="4" indent="-474121">
              <a:spcBef>
                <a:spcPts val="800"/>
              </a:spcBef>
              <a:spcAft>
                <a:spcPts val="0"/>
              </a:spcAft>
              <a:buSzPts val="2000"/>
              <a:buChar char="❏"/>
              <a:defRPr/>
            </a:lvl5pPr>
            <a:lvl6pPr marL="3657509" lvl="5" indent="-474121">
              <a:spcBef>
                <a:spcPts val="800"/>
              </a:spcBef>
              <a:spcAft>
                <a:spcPts val="0"/>
              </a:spcAft>
              <a:buSzPts val="2000"/>
              <a:buChar char="❏"/>
              <a:defRPr/>
            </a:lvl6pPr>
            <a:lvl7pPr marL="4267093" lvl="6" indent="-474121">
              <a:spcBef>
                <a:spcPts val="800"/>
              </a:spcBef>
              <a:spcAft>
                <a:spcPts val="0"/>
              </a:spcAft>
              <a:buSzPts val="2000"/>
              <a:buChar char="❏"/>
              <a:defRPr/>
            </a:lvl7pPr>
            <a:lvl8pPr marL="4876678" lvl="7" indent="-474121">
              <a:spcBef>
                <a:spcPts val="800"/>
              </a:spcBef>
              <a:spcAft>
                <a:spcPts val="0"/>
              </a:spcAft>
              <a:buSzPts val="2000"/>
              <a:buChar char="❏"/>
              <a:defRPr/>
            </a:lvl8pPr>
            <a:lvl9pPr marL="5486263" lvl="8" indent="-474121">
              <a:spcBef>
                <a:spcPts val="800"/>
              </a:spcBef>
              <a:spcAft>
                <a:spcPts val="0"/>
              </a:spcAft>
              <a:buSzPts val="2000"/>
              <a:buChar char="❏"/>
              <a:defRPr/>
            </a:lvl9pPr>
          </a:lstStyle>
          <a:p>
            <a:pPr lvl="0"/>
            <a:r>
              <a:rPr lang="en-US"/>
              <a:t>Click to edit Master text styles</a:t>
            </a:r>
          </a:p>
        </p:txBody>
      </p:sp>
      <p:sp>
        <p:nvSpPr>
          <p:cNvPr id="142" name="Google Shape;142;p5"/>
          <p:cNvSpPr txBox="1">
            <a:spLocks noGrp="1"/>
          </p:cNvSpPr>
          <p:nvPr>
            <p:ph type="sldNum" idx="12"/>
          </p:nvPr>
        </p:nvSpPr>
        <p:spPr>
          <a:xfrm>
            <a:off x="11639200" y="6312100"/>
            <a:ext cx="552800" cy="546000"/>
          </a:xfrm>
          <a:prstGeom prst="rect">
            <a:avLst/>
          </a:prstGeom>
        </p:spPr>
        <p:txBody>
          <a:bodyPr spcFirstLastPara="1" wrap="square" lIns="0" tIns="0" rIns="0" bIns="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2DD0220B-7B1B-4D87-8D28-280D010D0C9D}" type="slidenum">
              <a:rPr lang="en-IN" smtClean="0"/>
              <a:t>‹#›</a:t>
            </a:fld>
            <a:endParaRPr lang="en-IN"/>
          </a:p>
        </p:txBody>
      </p:sp>
    </p:spTree>
    <p:extLst>
      <p:ext uri="{BB962C8B-B14F-4D97-AF65-F5344CB8AC3E}">
        <p14:creationId xmlns:p14="http://schemas.microsoft.com/office/powerpoint/2010/main" val="17242468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 2 columns" type="twoColTx">
  <p:cSld name="Title + 2 columns">
    <p:spTree>
      <p:nvGrpSpPr>
        <p:cNvPr id="1" name="Shape 143"/>
        <p:cNvGrpSpPr/>
        <p:nvPr/>
      </p:nvGrpSpPr>
      <p:grpSpPr>
        <a:xfrm>
          <a:off x="0" y="0"/>
          <a:ext cx="0" cy="0"/>
          <a:chOff x="0" y="0"/>
          <a:chExt cx="0" cy="0"/>
        </a:xfrm>
      </p:grpSpPr>
      <p:grpSp>
        <p:nvGrpSpPr>
          <p:cNvPr id="144" name="Google Shape;144;p6"/>
          <p:cNvGrpSpPr/>
          <p:nvPr/>
        </p:nvGrpSpPr>
        <p:grpSpPr>
          <a:xfrm flipH="1">
            <a:off x="5818365" y="-4283"/>
            <a:ext cx="6373635" cy="2821561"/>
            <a:chOff x="0" y="0"/>
            <a:chExt cx="5072935" cy="2245751"/>
          </a:xfrm>
        </p:grpSpPr>
        <p:pic>
          <p:nvPicPr>
            <p:cNvPr id="145" name="Google Shape;145;p6"/>
            <p:cNvPicPr preferRelativeResize="0"/>
            <p:nvPr/>
          </p:nvPicPr>
          <p:blipFill>
            <a:blip r:embed="rId2">
              <a:alphaModFix/>
            </a:blip>
            <a:stretch>
              <a:fillRect/>
            </a:stretch>
          </p:blipFill>
          <p:spPr>
            <a:xfrm>
              <a:off x="0" y="1693130"/>
              <a:ext cx="845548" cy="552621"/>
            </a:xfrm>
            <a:prstGeom prst="rect">
              <a:avLst/>
            </a:prstGeom>
            <a:noFill/>
            <a:ln>
              <a:noFill/>
            </a:ln>
          </p:spPr>
        </p:pic>
        <p:pic>
          <p:nvPicPr>
            <p:cNvPr id="146" name="Google Shape;146;p6"/>
            <p:cNvPicPr preferRelativeResize="0"/>
            <p:nvPr/>
          </p:nvPicPr>
          <p:blipFill>
            <a:blip r:embed="rId2">
              <a:alphaModFix/>
            </a:blip>
            <a:stretch>
              <a:fillRect/>
            </a:stretch>
          </p:blipFill>
          <p:spPr>
            <a:xfrm>
              <a:off x="422766" y="1270348"/>
              <a:ext cx="845548" cy="552621"/>
            </a:xfrm>
            <a:prstGeom prst="rect">
              <a:avLst/>
            </a:prstGeom>
            <a:noFill/>
            <a:ln>
              <a:noFill/>
            </a:ln>
          </p:spPr>
        </p:pic>
        <p:grpSp>
          <p:nvGrpSpPr>
            <p:cNvPr id="147" name="Google Shape;147;p6"/>
            <p:cNvGrpSpPr/>
            <p:nvPr/>
          </p:nvGrpSpPr>
          <p:grpSpPr>
            <a:xfrm>
              <a:off x="0" y="846565"/>
              <a:ext cx="3381962" cy="552621"/>
              <a:chOff x="0" y="0"/>
              <a:chExt cx="5487525" cy="896675"/>
            </a:xfrm>
          </p:grpSpPr>
          <p:pic>
            <p:nvPicPr>
              <p:cNvPr id="148" name="Google Shape;148;p6"/>
              <p:cNvPicPr preferRelativeResize="0"/>
              <p:nvPr/>
            </p:nvPicPr>
            <p:blipFill>
              <a:blip r:embed="rId2">
                <a:alphaModFix/>
              </a:blip>
              <a:stretch>
                <a:fillRect/>
              </a:stretch>
            </p:blipFill>
            <p:spPr>
              <a:xfrm>
                <a:off x="0" y="0"/>
                <a:ext cx="1371975" cy="896675"/>
              </a:xfrm>
              <a:prstGeom prst="rect">
                <a:avLst/>
              </a:prstGeom>
              <a:noFill/>
              <a:ln>
                <a:noFill/>
              </a:ln>
            </p:spPr>
          </p:pic>
          <p:pic>
            <p:nvPicPr>
              <p:cNvPr id="149" name="Google Shape;149;p6"/>
              <p:cNvPicPr preferRelativeResize="0"/>
              <p:nvPr/>
            </p:nvPicPr>
            <p:blipFill>
              <a:blip r:embed="rId2">
                <a:alphaModFix/>
              </a:blip>
              <a:stretch>
                <a:fillRect/>
              </a:stretch>
            </p:blipFill>
            <p:spPr>
              <a:xfrm>
                <a:off x="2057775" y="0"/>
                <a:ext cx="1371975" cy="896675"/>
              </a:xfrm>
              <a:prstGeom prst="rect">
                <a:avLst/>
              </a:prstGeom>
              <a:noFill/>
              <a:ln>
                <a:noFill/>
              </a:ln>
            </p:spPr>
          </p:pic>
          <p:pic>
            <p:nvPicPr>
              <p:cNvPr id="150" name="Google Shape;150;p6"/>
              <p:cNvPicPr preferRelativeResize="0"/>
              <p:nvPr/>
            </p:nvPicPr>
            <p:blipFill>
              <a:blip r:embed="rId2">
                <a:alphaModFix/>
              </a:blip>
              <a:stretch>
                <a:fillRect/>
              </a:stretch>
            </p:blipFill>
            <p:spPr>
              <a:xfrm>
                <a:off x="4115550" y="0"/>
                <a:ext cx="1371975" cy="896675"/>
              </a:xfrm>
              <a:prstGeom prst="rect">
                <a:avLst/>
              </a:prstGeom>
              <a:noFill/>
              <a:ln>
                <a:noFill/>
              </a:ln>
            </p:spPr>
          </p:pic>
        </p:grpSp>
        <p:grpSp>
          <p:nvGrpSpPr>
            <p:cNvPr id="151" name="Google Shape;151;p6"/>
            <p:cNvGrpSpPr/>
            <p:nvPr/>
          </p:nvGrpSpPr>
          <p:grpSpPr>
            <a:xfrm>
              <a:off x="422766" y="423783"/>
              <a:ext cx="4650168" cy="552621"/>
              <a:chOff x="0" y="0"/>
              <a:chExt cx="7545300" cy="896675"/>
            </a:xfrm>
          </p:grpSpPr>
          <p:pic>
            <p:nvPicPr>
              <p:cNvPr id="152" name="Google Shape;152;p6"/>
              <p:cNvPicPr preferRelativeResize="0"/>
              <p:nvPr/>
            </p:nvPicPr>
            <p:blipFill>
              <a:blip r:embed="rId2">
                <a:alphaModFix/>
              </a:blip>
              <a:stretch>
                <a:fillRect/>
              </a:stretch>
            </p:blipFill>
            <p:spPr>
              <a:xfrm>
                <a:off x="0" y="0"/>
                <a:ext cx="1371975" cy="896675"/>
              </a:xfrm>
              <a:prstGeom prst="rect">
                <a:avLst/>
              </a:prstGeom>
              <a:noFill/>
              <a:ln>
                <a:noFill/>
              </a:ln>
            </p:spPr>
          </p:pic>
          <p:pic>
            <p:nvPicPr>
              <p:cNvPr id="153" name="Google Shape;153;p6"/>
              <p:cNvPicPr preferRelativeResize="0"/>
              <p:nvPr/>
            </p:nvPicPr>
            <p:blipFill>
              <a:blip r:embed="rId2">
                <a:alphaModFix/>
              </a:blip>
              <a:stretch>
                <a:fillRect/>
              </a:stretch>
            </p:blipFill>
            <p:spPr>
              <a:xfrm>
                <a:off x="2057775" y="0"/>
                <a:ext cx="1371975" cy="896675"/>
              </a:xfrm>
              <a:prstGeom prst="rect">
                <a:avLst/>
              </a:prstGeom>
              <a:noFill/>
              <a:ln>
                <a:noFill/>
              </a:ln>
            </p:spPr>
          </p:pic>
          <p:pic>
            <p:nvPicPr>
              <p:cNvPr id="154" name="Google Shape;154;p6"/>
              <p:cNvPicPr preferRelativeResize="0"/>
              <p:nvPr/>
            </p:nvPicPr>
            <p:blipFill>
              <a:blip r:embed="rId2">
                <a:alphaModFix/>
              </a:blip>
              <a:stretch>
                <a:fillRect/>
              </a:stretch>
            </p:blipFill>
            <p:spPr>
              <a:xfrm>
                <a:off x="4115550" y="0"/>
                <a:ext cx="1371975" cy="896675"/>
              </a:xfrm>
              <a:prstGeom prst="rect">
                <a:avLst/>
              </a:prstGeom>
              <a:noFill/>
              <a:ln>
                <a:noFill/>
              </a:ln>
            </p:spPr>
          </p:pic>
          <p:pic>
            <p:nvPicPr>
              <p:cNvPr id="155" name="Google Shape;155;p6"/>
              <p:cNvPicPr preferRelativeResize="0"/>
              <p:nvPr/>
            </p:nvPicPr>
            <p:blipFill>
              <a:blip r:embed="rId2">
                <a:alphaModFix/>
              </a:blip>
              <a:stretch>
                <a:fillRect/>
              </a:stretch>
            </p:blipFill>
            <p:spPr>
              <a:xfrm>
                <a:off x="6173325" y="0"/>
                <a:ext cx="1371975" cy="896675"/>
              </a:xfrm>
              <a:prstGeom prst="rect">
                <a:avLst/>
              </a:prstGeom>
              <a:noFill/>
              <a:ln>
                <a:noFill/>
              </a:ln>
            </p:spPr>
          </p:pic>
        </p:grpSp>
        <p:grpSp>
          <p:nvGrpSpPr>
            <p:cNvPr id="156" name="Google Shape;156;p6"/>
            <p:cNvGrpSpPr/>
            <p:nvPr/>
          </p:nvGrpSpPr>
          <p:grpSpPr>
            <a:xfrm>
              <a:off x="0" y="0"/>
              <a:ext cx="4650168" cy="552621"/>
              <a:chOff x="0" y="0"/>
              <a:chExt cx="7545300" cy="896675"/>
            </a:xfrm>
          </p:grpSpPr>
          <p:pic>
            <p:nvPicPr>
              <p:cNvPr id="157" name="Google Shape;157;p6"/>
              <p:cNvPicPr preferRelativeResize="0"/>
              <p:nvPr/>
            </p:nvPicPr>
            <p:blipFill>
              <a:blip r:embed="rId2">
                <a:alphaModFix/>
              </a:blip>
              <a:stretch>
                <a:fillRect/>
              </a:stretch>
            </p:blipFill>
            <p:spPr>
              <a:xfrm>
                <a:off x="0" y="0"/>
                <a:ext cx="1371975" cy="896675"/>
              </a:xfrm>
              <a:prstGeom prst="rect">
                <a:avLst/>
              </a:prstGeom>
              <a:noFill/>
              <a:ln>
                <a:noFill/>
              </a:ln>
            </p:spPr>
          </p:pic>
          <p:pic>
            <p:nvPicPr>
              <p:cNvPr id="158" name="Google Shape;158;p6"/>
              <p:cNvPicPr preferRelativeResize="0"/>
              <p:nvPr/>
            </p:nvPicPr>
            <p:blipFill>
              <a:blip r:embed="rId2">
                <a:alphaModFix/>
              </a:blip>
              <a:stretch>
                <a:fillRect/>
              </a:stretch>
            </p:blipFill>
            <p:spPr>
              <a:xfrm>
                <a:off x="2057775" y="0"/>
                <a:ext cx="1371975" cy="896675"/>
              </a:xfrm>
              <a:prstGeom prst="rect">
                <a:avLst/>
              </a:prstGeom>
              <a:noFill/>
              <a:ln>
                <a:noFill/>
              </a:ln>
            </p:spPr>
          </p:pic>
          <p:pic>
            <p:nvPicPr>
              <p:cNvPr id="159" name="Google Shape;159;p6"/>
              <p:cNvPicPr preferRelativeResize="0"/>
              <p:nvPr/>
            </p:nvPicPr>
            <p:blipFill>
              <a:blip r:embed="rId2">
                <a:alphaModFix/>
              </a:blip>
              <a:stretch>
                <a:fillRect/>
              </a:stretch>
            </p:blipFill>
            <p:spPr>
              <a:xfrm>
                <a:off x="4115550" y="0"/>
                <a:ext cx="1371975" cy="896675"/>
              </a:xfrm>
              <a:prstGeom prst="rect">
                <a:avLst/>
              </a:prstGeom>
              <a:noFill/>
              <a:ln>
                <a:noFill/>
              </a:ln>
            </p:spPr>
          </p:pic>
          <p:pic>
            <p:nvPicPr>
              <p:cNvPr id="160" name="Google Shape;160;p6"/>
              <p:cNvPicPr preferRelativeResize="0"/>
              <p:nvPr/>
            </p:nvPicPr>
            <p:blipFill>
              <a:blip r:embed="rId2">
                <a:alphaModFix/>
              </a:blip>
              <a:stretch>
                <a:fillRect/>
              </a:stretch>
            </p:blipFill>
            <p:spPr>
              <a:xfrm>
                <a:off x="6173325" y="0"/>
                <a:ext cx="1371975" cy="896675"/>
              </a:xfrm>
              <a:prstGeom prst="rect">
                <a:avLst/>
              </a:prstGeom>
              <a:noFill/>
              <a:ln>
                <a:noFill/>
              </a:ln>
            </p:spPr>
          </p:pic>
        </p:grpSp>
      </p:grpSp>
      <p:grpSp>
        <p:nvGrpSpPr>
          <p:cNvPr id="161" name="Google Shape;161;p6"/>
          <p:cNvGrpSpPr/>
          <p:nvPr/>
        </p:nvGrpSpPr>
        <p:grpSpPr>
          <a:xfrm flipH="1">
            <a:off x="8" y="5270900"/>
            <a:ext cx="3186885" cy="1757937"/>
            <a:chOff x="6607482" y="3879952"/>
            <a:chExt cx="2536521" cy="1399186"/>
          </a:xfrm>
        </p:grpSpPr>
        <p:grpSp>
          <p:nvGrpSpPr>
            <p:cNvPr id="162" name="Google Shape;162;p6"/>
            <p:cNvGrpSpPr/>
            <p:nvPr/>
          </p:nvGrpSpPr>
          <p:grpSpPr>
            <a:xfrm>
              <a:off x="6607482" y="4726517"/>
              <a:ext cx="2113755" cy="552621"/>
              <a:chOff x="2057775" y="0"/>
              <a:chExt cx="3429750" cy="896675"/>
            </a:xfrm>
          </p:grpSpPr>
          <p:pic>
            <p:nvPicPr>
              <p:cNvPr id="163" name="Google Shape;163;p6"/>
              <p:cNvPicPr preferRelativeResize="0"/>
              <p:nvPr/>
            </p:nvPicPr>
            <p:blipFill>
              <a:blip r:embed="rId2">
                <a:alphaModFix/>
              </a:blip>
              <a:stretch>
                <a:fillRect/>
              </a:stretch>
            </p:blipFill>
            <p:spPr>
              <a:xfrm>
                <a:off x="2057775" y="0"/>
                <a:ext cx="1371975" cy="896675"/>
              </a:xfrm>
              <a:prstGeom prst="rect">
                <a:avLst/>
              </a:prstGeom>
              <a:noFill/>
              <a:ln>
                <a:noFill/>
              </a:ln>
            </p:spPr>
          </p:pic>
          <p:pic>
            <p:nvPicPr>
              <p:cNvPr id="164" name="Google Shape;164;p6"/>
              <p:cNvPicPr preferRelativeResize="0"/>
              <p:nvPr/>
            </p:nvPicPr>
            <p:blipFill>
              <a:blip r:embed="rId2">
                <a:alphaModFix/>
              </a:blip>
              <a:stretch>
                <a:fillRect/>
              </a:stretch>
            </p:blipFill>
            <p:spPr>
              <a:xfrm>
                <a:off x="4115550" y="0"/>
                <a:ext cx="1371975" cy="896675"/>
              </a:xfrm>
              <a:prstGeom prst="rect">
                <a:avLst/>
              </a:prstGeom>
              <a:noFill/>
              <a:ln>
                <a:noFill/>
              </a:ln>
            </p:spPr>
          </p:pic>
        </p:grpSp>
        <p:grpSp>
          <p:nvGrpSpPr>
            <p:cNvPr id="165" name="Google Shape;165;p6"/>
            <p:cNvGrpSpPr/>
            <p:nvPr/>
          </p:nvGrpSpPr>
          <p:grpSpPr>
            <a:xfrm>
              <a:off x="7030248" y="4303735"/>
              <a:ext cx="2113755" cy="552621"/>
              <a:chOff x="2057775" y="0"/>
              <a:chExt cx="3429750" cy="896675"/>
            </a:xfrm>
          </p:grpSpPr>
          <p:pic>
            <p:nvPicPr>
              <p:cNvPr id="166" name="Google Shape;166;p6"/>
              <p:cNvPicPr preferRelativeResize="0"/>
              <p:nvPr/>
            </p:nvPicPr>
            <p:blipFill>
              <a:blip r:embed="rId2">
                <a:alphaModFix/>
              </a:blip>
              <a:stretch>
                <a:fillRect/>
              </a:stretch>
            </p:blipFill>
            <p:spPr>
              <a:xfrm>
                <a:off x="2057775" y="0"/>
                <a:ext cx="1371975" cy="896675"/>
              </a:xfrm>
              <a:prstGeom prst="rect">
                <a:avLst/>
              </a:prstGeom>
              <a:noFill/>
              <a:ln>
                <a:noFill/>
              </a:ln>
            </p:spPr>
          </p:pic>
          <p:pic>
            <p:nvPicPr>
              <p:cNvPr id="167" name="Google Shape;167;p6"/>
              <p:cNvPicPr preferRelativeResize="0"/>
              <p:nvPr/>
            </p:nvPicPr>
            <p:blipFill>
              <a:blip r:embed="rId2">
                <a:alphaModFix/>
              </a:blip>
              <a:stretch>
                <a:fillRect/>
              </a:stretch>
            </p:blipFill>
            <p:spPr>
              <a:xfrm>
                <a:off x="4115550" y="0"/>
                <a:ext cx="1371975" cy="896675"/>
              </a:xfrm>
              <a:prstGeom prst="rect">
                <a:avLst/>
              </a:prstGeom>
              <a:noFill/>
              <a:ln>
                <a:noFill/>
              </a:ln>
            </p:spPr>
          </p:pic>
        </p:grpSp>
        <p:pic>
          <p:nvPicPr>
            <p:cNvPr id="168" name="Google Shape;168;p6"/>
            <p:cNvPicPr preferRelativeResize="0"/>
            <p:nvPr/>
          </p:nvPicPr>
          <p:blipFill>
            <a:blip r:embed="rId2">
              <a:alphaModFix/>
            </a:blip>
            <a:stretch>
              <a:fillRect/>
            </a:stretch>
          </p:blipFill>
          <p:spPr>
            <a:xfrm>
              <a:off x="7875688" y="3879952"/>
              <a:ext cx="845548" cy="552621"/>
            </a:xfrm>
            <a:prstGeom prst="rect">
              <a:avLst/>
            </a:prstGeom>
            <a:noFill/>
            <a:ln>
              <a:noFill/>
            </a:ln>
          </p:spPr>
        </p:pic>
      </p:grpSp>
      <p:sp>
        <p:nvSpPr>
          <p:cNvPr id="169" name="Google Shape;169;p6"/>
          <p:cNvSpPr txBox="1">
            <a:spLocks noGrp="1"/>
          </p:cNvSpPr>
          <p:nvPr>
            <p:ph type="title"/>
          </p:nvPr>
        </p:nvSpPr>
        <p:spPr>
          <a:xfrm>
            <a:off x="1035267" y="536933"/>
            <a:ext cx="4783200" cy="1142400"/>
          </a:xfrm>
          <a:prstGeom prst="rect">
            <a:avLst/>
          </a:prstGeom>
        </p:spPr>
        <p:txBody>
          <a:bodyPr spcFirstLastPara="1" wrap="square" lIns="0" tIns="0" rIns="0" bIns="0" anchor="b" anchorCtr="0">
            <a:noAutofit/>
          </a:bodyPr>
          <a:lstStyle>
            <a:lvl1pPr lvl="0">
              <a:spcBef>
                <a:spcPts val="0"/>
              </a:spcBef>
              <a:spcAft>
                <a:spcPts val="0"/>
              </a:spcAft>
              <a:buSzPts val="1800"/>
              <a:buNone/>
              <a:defRPr/>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a:r>
              <a:rPr lang="en-US"/>
              <a:t>Click to edit Master title style</a:t>
            </a:r>
            <a:endParaRPr/>
          </a:p>
        </p:txBody>
      </p:sp>
      <p:sp>
        <p:nvSpPr>
          <p:cNvPr id="170" name="Google Shape;170;p6"/>
          <p:cNvSpPr txBox="1">
            <a:spLocks noGrp="1"/>
          </p:cNvSpPr>
          <p:nvPr>
            <p:ph type="body" idx="1"/>
          </p:nvPr>
        </p:nvSpPr>
        <p:spPr>
          <a:xfrm>
            <a:off x="1035267" y="2032500"/>
            <a:ext cx="4783200" cy="4102800"/>
          </a:xfrm>
          <a:prstGeom prst="rect">
            <a:avLst/>
          </a:prstGeom>
        </p:spPr>
        <p:txBody>
          <a:bodyPr spcFirstLastPara="1" wrap="square" lIns="0" tIns="0" rIns="0" bIns="0" anchor="t" anchorCtr="0">
            <a:noAutofit/>
          </a:bodyPr>
          <a:lstStyle>
            <a:lvl1pPr marL="609585" lvl="0" indent="-474121">
              <a:spcBef>
                <a:spcPts val="800"/>
              </a:spcBef>
              <a:spcAft>
                <a:spcPts val="0"/>
              </a:spcAft>
              <a:buSzPts val="2000"/>
              <a:buChar char="❑"/>
              <a:defRPr/>
            </a:lvl1pPr>
            <a:lvl2pPr marL="1219170" lvl="1" indent="-474121">
              <a:spcBef>
                <a:spcPts val="800"/>
              </a:spcBef>
              <a:spcAft>
                <a:spcPts val="0"/>
              </a:spcAft>
              <a:buSzPts val="2000"/>
              <a:buChar char="❏"/>
              <a:defRPr/>
            </a:lvl2pPr>
            <a:lvl3pPr marL="1828754" lvl="2" indent="-474121">
              <a:spcBef>
                <a:spcPts val="800"/>
              </a:spcBef>
              <a:spcAft>
                <a:spcPts val="0"/>
              </a:spcAft>
              <a:buSzPts val="2000"/>
              <a:buChar char="❏"/>
              <a:defRPr/>
            </a:lvl3pPr>
            <a:lvl4pPr marL="2438339" lvl="3" indent="-474121">
              <a:spcBef>
                <a:spcPts val="800"/>
              </a:spcBef>
              <a:spcAft>
                <a:spcPts val="0"/>
              </a:spcAft>
              <a:buSzPts val="2000"/>
              <a:buChar char="❏"/>
              <a:defRPr/>
            </a:lvl4pPr>
            <a:lvl5pPr marL="3047924" lvl="4" indent="-474121">
              <a:spcBef>
                <a:spcPts val="800"/>
              </a:spcBef>
              <a:spcAft>
                <a:spcPts val="0"/>
              </a:spcAft>
              <a:buSzPts val="2000"/>
              <a:buChar char="❏"/>
              <a:defRPr/>
            </a:lvl5pPr>
            <a:lvl6pPr marL="3657509" lvl="5" indent="-474121">
              <a:spcBef>
                <a:spcPts val="800"/>
              </a:spcBef>
              <a:spcAft>
                <a:spcPts val="0"/>
              </a:spcAft>
              <a:buSzPts val="2000"/>
              <a:buChar char="❏"/>
              <a:defRPr/>
            </a:lvl6pPr>
            <a:lvl7pPr marL="4267093" lvl="6" indent="-474121">
              <a:spcBef>
                <a:spcPts val="800"/>
              </a:spcBef>
              <a:spcAft>
                <a:spcPts val="0"/>
              </a:spcAft>
              <a:buSzPts val="2000"/>
              <a:buChar char="❏"/>
              <a:defRPr/>
            </a:lvl7pPr>
            <a:lvl8pPr marL="4876678" lvl="7" indent="-474121">
              <a:spcBef>
                <a:spcPts val="800"/>
              </a:spcBef>
              <a:spcAft>
                <a:spcPts val="0"/>
              </a:spcAft>
              <a:buSzPts val="2000"/>
              <a:buChar char="❏"/>
              <a:defRPr/>
            </a:lvl8pPr>
            <a:lvl9pPr marL="5486263" lvl="8" indent="-474121">
              <a:spcBef>
                <a:spcPts val="800"/>
              </a:spcBef>
              <a:spcAft>
                <a:spcPts val="0"/>
              </a:spcAft>
              <a:buSzPts val="2000"/>
              <a:buChar char="❏"/>
              <a:defRPr/>
            </a:lvl9pPr>
          </a:lstStyle>
          <a:p>
            <a:pPr lvl="0"/>
            <a:r>
              <a:rPr lang="en-US"/>
              <a:t>Click to edit Master text styles</a:t>
            </a:r>
          </a:p>
        </p:txBody>
      </p:sp>
      <p:sp>
        <p:nvSpPr>
          <p:cNvPr id="171" name="Google Shape;171;p6"/>
          <p:cNvSpPr txBox="1">
            <a:spLocks noGrp="1"/>
          </p:cNvSpPr>
          <p:nvPr>
            <p:ph type="body" idx="2"/>
          </p:nvPr>
        </p:nvSpPr>
        <p:spPr>
          <a:xfrm>
            <a:off x="6373533" y="2032500"/>
            <a:ext cx="4783200" cy="4102800"/>
          </a:xfrm>
          <a:prstGeom prst="rect">
            <a:avLst/>
          </a:prstGeom>
        </p:spPr>
        <p:txBody>
          <a:bodyPr spcFirstLastPara="1" wrap="square" lIns="0" tIns="0" rIns="0" bIns="0" anchor="t" anchorCtr="0">
            <a:noAutofit/>
          </a:bodyPr>
          <a:lstStyle>
            <a:lvl1pPr marL="609585" lvl="0" indent="-474121">
              <a:spcBef>
                <a:spcPts val="800"/>
              </a:spcBef>
              <a:spcAft>
                <a:spcPts val="0"/>
              </a:spcAft>
              <a:buSzPts val="2000"/>
              <a:buChar char="❑"/>
              <a:defRPr/>
            </a:lvl1pPr>
            <a:lvl2pPr marL="1219170" lvl="1" indent="-474121">
              <a:spcBef>
                <a:spcPts val="800"/>
              </a:spcBef>
              <a:spcAft>
                <a:spcPts val="0"/>
              </a:spcAft>
              <a:buSzPts val="2000"/>
              <a:buChar char="❏"/>
              <a:defRPr/>
            </a:lvl2pPr>
            <a:lvl3pPr marL="1828754" lvl="2" indent="-474121">
              <a:spcBef>
                <a:spcPts val="800"/>
              </a:spcBef>
              <a:spcAft>
                <a:spcPts val="0"/>
              </a:spcAft>
              <a:buSzPts val="2000"/>
              <a:buChar char="❏"/>
              <a:defRPr/>
            </a:lvl3pPr>
            <a:lvl4pPr marL="2438339" lvl="3" indent="-474121">
              <a:spcBef>
                <a:spcPts val="800"/>
              </a:spcBef>
              <a:spcAft>
                <a:spcPts val="0"/>
              </a:spcAft>
              <a:buSzPts val="2000"/>
              <a:buChar char="❏"/>
              <a:defRPr/>
            </a:lvl4pPr>
            <a:lvl5pPr marL="3047924" lvl="4" indent="-474121">
              <a:spcBef>
                <a:spcPts val="800"/>
              </a:spcBef>
              <a:spcAft>
                <a:spcPts val="0"/>
              </a:spcAft>
              <a:buSzPts val="2000"/>
              <a:buChar char="❏"/>
              <a:defRPr/>
            </a:lvl5pPr>
            <a:lvl6pPr marL="3657509" lvl="5" indent="-474121">
              <a:spcBef>
                <a:spcPts val="800"/>
              </a:spcBef>
              <a:spcAft>
                <a:spcPts val="0"/>
              </a:spcAft>
              <a:buSzPts val="2000"/>
              <a:buChar char="❏"/>
              <a:defRPr/>
            </a:lvl6pPr>
            <a:lvl7pPr marL="4267093" lvl="6" indent="-474121">
              <a:spcBef>
                <a:spcPts val="800"/>
              </a:spcBef>
              <a:spcAft>
                <a:spcPts val="0"/>
              </a:spcAft>
              <a:buSzPts val="2000"/>
              <a:buChar char="❏"/>
              <a:defRPr/>
            </a:lvl7pPr>
            <a:lvl8pPr marL="4876678" lvl="7" indent="-474121">
              <a:spcBef>
                <a:spcPts val="800"/>
              </a:spcBef>
              <a:spcAft>
                <a:spcPts val="0"/>
              </a:spcAft>
              <a:buSzPts val="2000"/>
              <a:buChar char="❏"/>
              <a:defRPr/>
            </a:lvl8pPr>
            <a:lvl9pPr marL="5486263" lvl="8" indent="-474121">
              <a:spcBef>
                <a:spcPts val="800"/>
              </a:spcBef>
              <a:spcAft>
                <a:spcPts val="0"/>
              </a:spcAft>
              <a:buSzPts val="2000"/>
              <a:buChar char="❏"/>
              <a:defRPr/>
            </a:lvl9pPr>
          </a:lstStyle>
          <a:p>
            <a:pPr lvl="0"/>
            <a:r>
              <a:rPr lang="en-US"/>
              <a:t>Click to edit Master text styles</a:t>
            </a:r>
          </a:p>
        </p:txBody>
      </p:sp>
      <p:sp>
        <p:nvSpPr>
          <p:cNvPr id="172" name="Google Shape;172;p6"/>
          <p:cNvSpPr txBox="1">
            <a:spLocks noGrp="1"/>
          </p:cNvSpPr>
          <p:nvPr>
            <p:ph type="sldNum" idx="12"/>
          </p:nvPr>
        </p:nvSpPr>
        <p:spPr>
          <a:xfrm>
            <a:off x="11639200" y="6312100"/>
            <a:ext cx="552800" cy="546000"/>
          </a:xfrm>
          <a:prstGeom prst="rect">
            <a:avLst/>
          </a:prstGeom>
        </p:spPr>
        <p:txBody>
          <a:bodyPr spcFirstLastPara="1" wrap="square" lIns="0" tIns="0" rIns="0" bIns="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2DD0220B-7B1B-4D87-8D28-280D010D0C9D}" type="slidenum">
              <a:rPr lang="en-IN" smtClean="0"/>
              <a:t>‹#›</a:t>
            </a:fld>
            <a:endParaRPr lang="en-IN"/>
          </a:p>
        </p:txBody>
      </p:sp>
    </p:spTree>
    <p:extLst>
      <p:ext uri="{BB962C8B-B14F-4D97-AF65-F5344CB8AC3E}">
        <p14:creationId xmlns:p14="http://schemas.microsoft.com/office/powerpoint/2010/main" val="19066688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 3 columns">
  <p:cSld name="Title + 3 columns">
    <p:spTree>
      <p:nvGrpSpPr>
        <p:cNvPr id="1" name="Shape 173"/>
        <p:cNvGrpSpPr/>
        <p:nvPr/>
      </p:nvGrpSpPr>
      <p:grpSpPr>
        <a:xfrm>
          <a:off x="0" y="0"/>
          <a:ext cx="0" cy="0"/>
          <a:chOff x="0" y="0"/>
          <a:chExt cx="0" cy="0"/>
        </a:xfrm>
      </p:grpSpPr>
      <p:grpSp>
        <p:nvGrpSpPr>
          <p:cNvPr id="174" name="Google Shape;174;p7"/>
          <p:cNvGrpSpPr/>
          <p:nvPr/>
        </p:nvGrpSpPr>
        <p:grpSpPr>
          <a:xfrm flipH="1">
            <a:off x="5818365" y="-4283"/>
            <a:ext cx="6373635" cy="2821561"/>
            <a:chOff x="0" y="0"/>
            <a:chExt cx="5072935" cy="2245751"/>
          </a:xfrm>
        </p:grpSpPr>
        <p:pic>
          <p:nvPicPr>
            <p:cNvPr id="175" name="Google Shape;175;p7"/>
            <p:cNvPicPr preferRelativeResize="0"/>
            <p:nvPr/>
          </p:nvPicPr>
          <p:blipFill>
            <a:blip r:embed="rId2">
              <a:alphaModFix/>
            </a:blip>
            <a:stretch>
              <a:fillRect/>
            </a:stretch>
          </p:blipFill>
          <p:spPr>
            <a:xfrm>
              <a:off x="0" y="1693130"/>
              <a:ext cx="845548" cy="552621"/>
            </a:xfrm>
            <a:prstGeom prst="rect">
              <a:avLst/>
            </a:prstGeom>
            <a:noFill/>
            <a:ln>
              <a:noFill/>
            </a:ln>
          </p:spPr>
        </p:pic>
        <p:pic>
          <p:nvPicPr>
            <p:cNvPr id="176" name="Google Shape;176;p7"/>
            <p:cNvPicPr preferRelativeResize="0"/>
            <p:nvPr/>
          </p:nvPicPr>
          <p:blipFill>
            <a:blip r:embed="rId2">
              <a:alphaModFix/>
            </a:blip>
            <a:stretch>
              <a:fillRect/>
            </a:stretch>
          </p:blipFill>
          <p:spPr>
            <a:xfrm>
              <a:off x="422766" y="1270348"/>
              <a:ext cx="845548" cy="552621"/>
            </a:xfrm>
            <a:prstGeom prst="rect">
              <a:avLst/>
            </a:prstGeom>
            <a:noFill/>
            <a:ln>
              <a:noFill/>
            </a:ln>
          </p:spPr>
        </p:pic>
        <p:grpSp>
          <p:nvGrpSpPr>
            <p:cNvPr id="177" name="Google Shape;177;p7"/>
            <p:cNvGrpSpPr/>
            <p:nvPr/>
          </p:nvGrpSpPr>
          <p:grpSpPr>
            <a:xfrm>
              <a:off x="0" y="846565"/>
              <a:ext cx="3381962" cy="552621"/>
              <a:chOff x="0" y="0"/>
              <a:chExt cx="5487525" cy="896675"/>
            </a:xfrm>
          </p:grpSpPr>
          <p:pic>
            <p:nvPicPr>
              <p:cNvPr id="178" name="Google Shape;178;p7"/>
              <p:cNvPicPr preferRelativeResize="0"/>
              <p:nvPr/>
            </p:nvPicPr>
            <p:blipFill>
              <a:blip r:embed="rId2">
                <a:alphaModFix/>
              </a:blip>
              <a:stretch>
                <a:fillRect/>
              </a:stretch>
            </p:blipFill>
            <p:spPr>
              <a:xfrm>
                <a:off x="0" y="0"/>
                <a:ext cx="1371975" cy="896675"/>
              </a:xfrm>
              <a:prstGeom prst="rect">
                <a:avLst/>
              </a:prstGeom>
              <a:noFill/>
              <a:ln>
                <a:noFill/>
              </a:ln>
            </p:spPr>
          </p:pic>
          <p:pic>
            <p:nvPicPr>
              <p:cNvPr id="179" name="Google Shape;179;p7"/>
              <p:cNvPicPr preferRelativeResize="0"/>
              <p:nvPr/>
            </p:nvPicPr>
            <p:blipFill>
              <a:blip r:embed="rId2">
                <a:alphaModFix/>
              </a:blip>
              <a:stretch>
                <a:fillRect/>
              </a:stretch>
            </p:blipFill>
            <p:spPr>
              <a:xfrm>
                <a:off x="2057775" y="0"/>
                <a:ext cx="1371975" cy="896675"/>
              </a:xfrm>
              <a:prstGeom prst="rect">
                <a:avLst/>
              </a:prstGeom>
              <a:noFill/>
              <a:ln>
                <a:noFill/>
              </a:ln>
            </p:spPr>
          </p:pic>
          <p:pic>
            <p:nvPicPr>
              <p:cNvPr id="180" name="Google Shape;180;p7"/>
              <p:cNvPicPr preferRelativeResize="0"/>
              <p:nvPr/>
            </p:nvPicPr>
            <p:blipFill>
              <a:blip r:embed="rId2">
                <a:alphaModFix/>
              </a:blip>
              <a:stretch>
                <a:fillRect/>
              </a:stretch>
            </p:blipFill>
            <p:spPr>
              <a:xfrm>
                <a:off x="4115550" y="0"/>
                <a:ext cx="1371975" cy="896675"/>
              </a:xfrm>
              <a:prstGeom prst="rect">
                <a:avLst/>
              </a:prstGeom>
              <a:noFill/>
              <a:ln>
                <a:noFill/>
              </a:ln>
            </p:spPr>
          </p:pic>
        </p:grpSp>
        <p:grpSp>
          <p:nvGrpSpPr>
            <p:cNvPr id="181" name="Google Shape;181;p7"/>
            <p:cNvGrpSpPr/>
            <p:nvPr/>
          </p:nvGrpSpPr>
          <p:grpSpPr>
            <a:xfrm>
              <a:off x="422766" y="423783"/>
              <a:ext cx="4650168" cy="552621"/>
              <a:chOff x="0" y="0"/>
              <a:chExt cx="7545300" cy="896675"/>
            </a:xfrm>
          </p:grpSpPr>
          <p:pic>
            <p:nvPicPr>
              <p:cNvPr id="182" name="Google Shape;182;p7"/>
              <p:cNvPicPr preferRelativeResize="0"/>
              <p:nvPr/>
            </p:nvPicPr>
            <p:blipFill>
              <a:blip r:embed="rId2">
                <a:alphaModFix/>
              </a:blip>
              <a:stretch>
                <a:fillRect/>
              </a:stretch>
            </p:blipFill>
            <p:spPr>
              <a:xfrm>
                <a:off x="0" y="0"/>
                <a:ext cx="1371975" cy="896675"/>
              </a:xfrm>
              <a:prstGeom prst="rect">
                <a:avLst/>
              </a:prstGeom>
              <a:noFill/>
              <a:ln>
                <a:noFill/>
              </a:ln>
            </p:spPr>
          </p:pic>
          <p:pic>
            <p:nvPicPr>
              <p:cNvPr id="183" name="Google Shape;183;p7"/>
              <p:cNvPicPr preferRelativeResize="0"/>
              <p:nvPr/>
            </p:nvPicPr>
            <p:blipFill>
              <a:blip r:embed="rId2">
                <a:alphaModFix/>
              </a:blip>
              <a:stretch>
                <a:fillRect/>
              </a:stretch>
            </p:blipFill>
            <p:spPr>
              <a:xfrm>
                <a:off x="2057775" y="0"/>
                <a:ext cx="1371975" cy="896675"/>
              </a:xfrm>
              <a:prstGeom prst="rect">
                <a:avLst/>
              </a:prstGeom>
              <a:noFill/>
              <a:ln>
                <a:noFill/>
              </a:ln>
            </p:spPr>
          </p:pic>
          <p:pic>
            <p:nvPicPr>
              <p:cNvPr id="184" name="Google Shape;184;p7"/>
              <p:cNvPicPr preferRelativeResize="0"/>
              <p:nvPr/>
            </p:nvPicPr>
            <p:blipFill>
              <a:blip r:embed="rId2">
                <a:alphaModFix/>
              </a:blip>
              <a:stretch>
                <a:fillRect/>
              </a:stretch>
            </p:blipFill>
            <p:spPr>
              <a:xfrm>
                <a:off x="4115550" y="0"/>
                <a:ext cx="1371975" cy="896675"/>
              </a:xfrm>
              <a:prstGeom prst="rect">
                <a:avLst/>
              </a:prstGeom>
              <a:noFill/>
              <a:ln>
                <a:noFill/>
              </a:ln>
            </p:spPr>
          </p:pic>
          <p:pic>
            <p:nvPicPr>
              <p:cNvPr id="185" name="Google Shape;185;p7"/>
              <p:cNvPicPr preferRelativeResize="0"/>
              <p:nvPr/>
            </p:nvPicPr>
            <p:blipFill>
              <a:blip r:embed="rId2">
                <a:alphaModFix/>
              </a:blip>
              <a:stretch>
                <a:fillRect/>
              </a:stretch>
            </p:blipFill>
            <p:spPr>
              <a:xfrm>
                <a:off x="6173325" y="0"/>
                <a:ext cx="1371975" cy="896675"/>
              </a:xfrm>
              <a:prstGeom prst="rect">
                <a:avLst/>
              </a:prstGeom>
              <a:noFill/>
              <a:ln>
                <a:noFill/>
              </a:ln>
            </p:spPr>
          </p:pic>
        </p:grpSp>
        <p:grpSp>
          <p:nvGrpSpPr>
            <p:cNvPr id="186" name="Google Shape;186;p7"/>
            <p:cNvGrpSpPr/>
            <p:nvPr/>
          </p:nvGrpSpPr>
          <p:grpSpPr>
            <a:xfrm>
              <a:off x="0" y="0"/>
              <a:ext cx="4650168" cy="552621"/>
              <a:chOff x="0" y="0"/>
              <a:chExt cx="7545300" cy="896675"/>
            </a:xfrm>
          </p:grpSpPr>
          <p:pic>
            <p:nvPicPr>
              <p:cNvPr id="187" name="Google Shape;187;p7"/>
              <p:cNvPicPr preferRelativeResize="0"/>
              <p:nvPr/>
            </p:nvPicPr>
            <p:blipFill>
              <a:blip r:embed="rId2">
                <a:alphaModFix/>
              </a:blip>
              <a:stretch>
                <a:fillRect/>
              </a:stretch>
            </p:blipFill>
            <p:spPr>
              <a:xfrm>
                <a:off x="0" y="0"/>
                <a:ext cx="1371975" cy="896675"/>
              </a:xfrm>
              <a:prstGeom prst="rect">
                <a:avLst/>
              </a:prstGeom>
              <a:noFill/>
              <a:ln>
                <a:noFill/>
              </a:ln>
            </p:spPr>
          </p:pic>
          <p:pic>
            <p:nvPicPr>
              <p:cNvPr id="188" name="Google Shape;188;p7"/>
              <p:cNvPicPr preferRelativeResize="0"/>
              <p:nvPr/>
            </p:nvPicPr>
            <p:blipFill>
              <a:blip r:embed="rId2">
                <a:alphaModFix/>
              </a:blip>
              <a:stretch>
                <a:fillRect/>
              </a:stretch>
            </p:blipFill>
            <p:spPr>
              <a:xfrm>
                <a:off x="2057775" y="0"/>
                <a:ext cx="1371975" cy="896675"/>
              </a:xfrm>
              <a:prstGeom prst="rect">
                <a:avLst/>
              </a:prstGeom>
              <a:noFill/>
              <a:ln>
                <a:noFill/>
              </a:ln>
            </p:spPr>
          </p:pic>
          <p:pic>
            <p:nvPicPr>
              <p:cNvPr id="189" name="Google Shape;189;p7"/>
              <p:cNvPicPr preferRelativeResize="0"/>
              <p:nvPr/>
            </p:nvPicPr>
            <p:blipFill>
              <a:blip r:embed="rId2">
                <a:alphaModFix/>
              </a:blip>
              <a:stretch>
                <a:fillRect/>
              </a:stretch>
            </p:blipFill>
            <p:spPr>
              <a:xfrm>
                <a:off x="4115550" y="0"/>
                <a:ext cx="1371975" cy="896675"/>
              </a:xfrm>
              <a:prstGeom prst="rect">
                <a:avLst/>
              </a:prstGeom>
              <a:noFill/>
              <a:ln>
                <a:noFill/>
              </a:ln>
            </p:spPr>
          </p:pic>
          <p:pic>
            <p:nvPicPr>
              <p:cNvPr id="190" name="Google Shape;190;p7"/>
              <p:cNvPicPr preferRelativeResize="0"/>
              <p:nvPr/>
            </p:nvPicPr>
            <p:blipFill>
              <a:blip r:embed="rId2">
                <a:alphaModFix/>
              </a:blip>
              <a:stretch>
                <a:fillRect/>
              </a:stretch>
            </p:blipFill>
            <p:spPr>
              <a:xfrm>
                <a:off x="6173325" y="0"/>
                <a:ext cx="1371975" cy="896675"/>
              </a:xfrm>
              <a:prstGeom prst="rect">
                <a:avLst/>
              </a:prstGeom>
              <a:noFill/>
              <a:ln>
                <a:noFill/>
              </a:ln>
            </p:spPr>
          </p:pic>
        </p:grpSp>
      </p:grpSp>
      <p:grpSp>
        <p:nvGrpSpPr>
          <p:cNvPr id="191" name="Google Shape;191;p7"/>
          <p:cNvGrpSpPr/>
          <p:nvPr/>
        </p:nvGrpSpPr>
        <p:grpSpPr>
          <a:xfrm flipH="1">
            <a:off x="8" y="5270900"/>
            <a:ext cx="3186885" cy="1757937"/>
            <a:chOff x="6607482" y="3879952"/>
            <a:chExt cx="2536521" cy="1399186"/>
          </a:xfrm>
        </p:grpSpPr>
        <p:grpSp>
          <p:nvGrpSpPr>
            <p:cNvPr id="192" name="Google Shape;192;p7"/>
            <p:cNvGrpSpPr/>
            <p:nvPr/>
          </p:nvGrpSpPr>
          <p:grpSpPr>
            <a:xfrm>
              <a:off x="6607482" y="4726517"/>
              <a:ext cx="2113755" cy="552621"/>
              <a:chOff x="2057775" y="0"/>
              <a:chExt cx="3429750" cy="896675"/>
            </a:xfrm>
          </p:grpSpPr>
          <p:pic>
            <p:nvPicPr>
              <p:cNvPr id="193" name="Google Shape;193;p7"/>
              <p:cNvPicPr preferRelativeResize="0"/>
              <p:nvPr/>
            </p:nvPicPr>
            <p:blipFill>
              <a:blip r:embed="rId2">
                <a:alphaModFix/>
              </a:blip>
              <a:stretch>
                <a:fillRect/>
              </a:stretch>
            </p:blipFill>
            <p:spPr>
              <a:xfrm>
                <a:off x="2057775" y="0"/>
                <a:ext cx="1371975" cy="896675"/>
              </a:xfrm>
              <a:prstGeom prst="rect">
                <a:avLst/>
              </a:prstGeom>
              <a:noFill/>
              <a:ln>
                <a:noFill/>
              </a:ln>
            </p:spPr>
          </p:pic>
          <p:pic>
            <p:nvPicPr>
              <p:cNvPr id="194" name="Google Shape;194;p7"/>
              <p:cNvPicPr preferRelativeResize="0"/>
              <p:nvPr/>
            </p:nvPicPr>
            <p:blipFill>
              <a:blip r:embed="rId2">
                <a:alphaModFix/>
              </a:blip>
              <a:stretch>
                <a:fillRect/>
              </a:stretch>
            </p:blipFill>
            <p:spPr>
              <a:xfrm>
                <a:off x="4115550" y="0"/>
                <a:ext cx="1371975" cy="896675"/>
              </a:xfrm>
              <a:prstGeom prst="rect">
                <a:avLst/>
              </a:prstGeom>
              <a:noFill/>
              <a:ln>
                <a:noFill/>
              </a:ln>
            </p:spPr>
          </p:pic>
        </p:grpSp>
        <p:grpSp>
          <p:nvGrpSpPr>
            <p:cNvPr id="195" name="Google Shape;195;p7"/>
            <p:cNvGrpSpPr/>
            <p:nvPr/>
          </p:nvGrpSpPr>
          <p:grpSpPr>
            <a:xfrm>
              <a:off x="7030248" y="4303735"/>
              <a:ext cx="2113755" cy="552621"/>
              <a:chOff x="2057775" y="0"/>
              <a:chExt cx="3429750" cy="896675"/>
            </a:xfrm>
          </p:grpSpPr>
          <p:pic>
            <p:nvPicPr>
              <p:cNvPr id="196" name="Google Shape;196;p7"/>
              <p:cNvPicPr preferRelativeResize="0"/>
              <p:nvPr/>
            </p:nvPicPr>
            <p:blipFill>
              <a:blip r:embed="rId2">
                <a:alphaModFix/>
              </a:blip>
              <a:stretch>
                <a:fillRect/>
              </a:stretch>
            </p:blipFill>
            <p:spPr>
              <a:xfrm>
                <a:off x="2057775" y="0"/>
                <a:ext cx="1371975" cy="896675"/>
              </a:xfrm>
              <a:prstGeom prst="rect">
                <a:avLst/>
              </a:prstGeom>
              <a:noFill/>
              <a:ln>
                <a:noFill/>
              </a:ln>
            </p:spPr>
          </p:pic>
          <p:pic>
            <p:nvPicPr>
              <p:cNvPr id="197" name="Google Shape;197;p7"/>
              <p:cNvPicPr preferRelativeResize="0"/>
              <p:nvPr/>
            </p:nvPicPr>
            <p:blipFill>
              <a:blip r:embed="rId2">
                <a:alphaModFix/>
              </a:blip>
              <a:stretch>
                <a:fillRect/>
              </a:stretch>
            </p:blipFill>
            <p:spPr>
              <a:xfrm>
                <a:off x="4115550" y="0"/>
                <a:ext cx="1371975" cy="896675"/>
              </a:xfrm>
              <a:prstGeom prst="rect">
                <a:avLst/>
              </a:prstGeom>
              <a:noFill/>
              <a:ln>
                <a:noFill/>
              </a:ln>
            </p:spPr>
          </p:pic>
        </p:grpSp>
        <p:pic>
          <p:nvPicPr>
            <p:cNvPr id="198" name="Google Shape;198;p7"/>
            <p:cNvPicPr preferRelativeResize="0"/>
            <p:nvPr/>
          </p:nvPicPr>
          <p:blipFill>
            <a:blip r:embed="rId2">
              <a:alphaModFix/>
            </a:blip>
            <a:stretch>
              <a:fillRect/>
            </a:stretch>
          </p:blipFill>
          <p:spPr>
            <a:xfrm>
              <a:off x="7875688" y="3879952"/>
              <a:ext cx="845548" cy="552621"/>
            </a:xfrm>
            <a:prstGeom prst="rect">
              <a:avLst/>
            </a:prstGeom>
            <a:noFill/>
            <a:ln>
              <a:noFill/>
            </a:ln>
          </p:spPr>
        </p:pic>
      </p:grpSp>
      <p:sp>
        <p:nvSpPr>
          <p:cNvPr id="199" name="Google Shape;199;p7"/>
          <p:cNvSpPr txBox="1">
            <a:spLocks noGrp="1"/>
          </p:cNvSpPr>
          <p:nvPr>
            <p:ph type="title"/>
          </p:nvPr>
        </p:nvSpPr>
        <p:spPr>
          <a:xfrm>
            <a:off x="1035267" y="536933"/>
            <a:ext cx="4783200" cy="1142400"/>
          </a:xfrm>
          <a:prstGeom prst="rect">
            <a:avLst/>
          </a:prstGeom>
        </p:spPr>
        <p:txBody>
          <a:bodyPr spcFirstLastPara="1" wrap="square" lIns="0" tIns="0" rIns="0" bIns="0" anchor="b" anchorCtr="0">
            <a:noAutofit/>
          </a:bodyPr>
          <a:lstStyle>
            <a:lvl1pPr lvl="0" rtl="0">
              <a:spcBef>
                <a:spcPts val="0"/>
              </a:spcBef>
              <a:spcAft>
                <a:spcPts val="0"/>
              </a:spcAft>
              <a:buSzPts val="1800"/>
              <a:buNone/>
              <a:defRPr/>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a:r>
              <a:rPr lang="en-US"/>
              <a:t>Click to edit Master title style</a:t>
            </a:r>
            <a:endParaRPr/>
          </a:p>
        </p:txBody>
      </p:sp>
      <p:sp>
        <p:nvSpPr>
          <p:cNvPr id="200" name="Google Shape;200;p7"/>
          <p:cNvSpPr txBox="1">
            <a:spLocks noGrp="1"/>
          </p:cNvSpPr>
          <p:nvPr>
            <p:ph type="body" idx="1"/>
          </p:nvPr>
        </p:nvSpPr>
        <p:spPr>
          <a:xfrm>
            <a:off x="1035267" y="2032500"/>
            <a:ext cx="3103600" cy="4102800"/>
          </a:xfrm>
          <a:prstGeom prst="rect">
            <a:avLst/>
          </a:prstGeom>
        </p:spPr>
        <p:txBody>
          <a:bodyPr spcFirstLastPara="1" wrap="square" lIns="0" tIns="0" rIns="0" bIns="0" anchor="t" anchorCtr="0">
            <a:noAutofit/>
          </a:bodyPr>
          <a:lstStyle>
            <a:lvl1pPr marL="609585" lvl="0" indent="-440256" rtl="0">
              <a:spcBef>
                <a:spcPts val="800"/>
              </a:spcBef>
              <a:spcAft>
                <a:spcPts val="0"/>
              </a:spcAft>
              <a:buSzPts val="1600"/>
              <a:buChar char="❑"/>
              <a:defRPr sz="2133"/>
            </a:lvl1pPr>
            <a:lvl2pPr marL="1219170" lvl="1" indent="-440256" rtl="0">
              <a:spcBef>
                <a:spcPts val="800"/>
              </a:spcBef>
              <a:spcAft>
                <a:spcPts val="0"/>
              </a:spcAft>
              <a:buSzPts val="1600"/>
              <a:buChar char="❏"/>
              <a:defRPr sz="2133"/>
            </a:lvl2pPr>
            <a:lvl3pPr marL="1828754" lvl="2" indent="-440256" rtl="0">
              <a:spcBef>
                <a:spcPts val="800"/>
              </a:spcBef>
              <a:spcAft>
                <a:spcPts val="0"/>
              </a:spcAft>
              <a:buSzPts val="1600"/>
              <a:buChar char="❏"/>
              <a:defRPr sz="2133"/>
            </a:lvl3pPr>
            <a:lvl4pPr marL="2438339" lvl="3" indent="-440256" rtl="0">
              <a:spcBef>
                <a:spcPts val="800"/>
              </a:spcBef>
              <a:spcAft>
                <a:spcPts val="0"/>
              </a:spcAft>
              <a:buSzPts val="1600"/>
              <a:buChar char="❏"/>
              <a:defRPr sz="2133"/>
            </a:lvl4pPr>
            <a:lvl5pPr marL="3047924" lvl="4" indent="-440256" rtl="0">
              <a:spcBef>
                <a:spcPts val="800"/>
              </a:spcBef>
              <a:spcAft>
                <a:spcPts val="0"/>
              </a:spcAft>
              <a:buSzPts val="1600"/>
              <a:buChar char="❏"/>
              <a:defRPr sz="2133"/>
            </a:lvl5pPr>
            <a:lvl6pPr marL="3657509" lvl="5" indent="-440256" rtl="0">
              <a:spcBef>
                <a:spcPts val="800"/>
              </a:spcBef>
              <a:spcAft>
                <a:spcPts val="0"/>
              </a:spcAft>
              <a:buSzPts val="1600"/>
              <a:buChar char="❏"/>
              <a:defRPr sz="2133"/>
            </a:lvl6pPr>
            <a:lvl7pPr marL="4267093" lvl="6" indent="-440256" rtl="0">
              <a:spcBef>
                <a:spcPts val="800"/>
              </a:spcBef>
              <a:spcAft>
                <a:spcPts val="0"/>
              </a:spcAft>
              <a:buSzPts val="1600"/>
              <a:buChar char="❏"/>
              <a:defRPr sz="2133"/>
            </a:lvl7pPr>
            <a:lvl8pPr marL="4876678" lvl="7" indent="-440256" rtl="0">
              <a:spcBef>
                <a:spcPts val="800"/>
              </a:spcBef>
              <a:spcAft>
                <a:spcPts val="0"/>
              </a:spcAft>
              <a:buSzPts val="1600"/>
              <a:buChar char="❏"/>
              <a:defRPr sz="2133"/>
            </a:lvl8pPr>
            <a:lvl9pPr marL="5486263" lvl="8" indent="-440256" rtl="0">
              <a:spcBef>
                <a:spcPts val="800"/>
              </a:spcBef>
              <a:spcAft>
                <a:spcPts val="0"/>
              </a:spcAft>
              <a:buSzPts val="1600"/>
              <a:buChar char="❏"/>
              <a:defRPr sz="2133"/>
            </a:lvl9pPr>
          </a:lstStyle>
          <a:p>
            <a:pPr lvl="0"/>
            <a:r>
              <a:rPr lang="en-US"/>
              <a:t>Click to edit Master text styles</a:t>
            </a:r>
          </a:p>
        </p:txBody>
      </p:sp>
      <p:sp>
        <p:nvSpPr>
          <p:cNvPr id="201" name="Google Shape;201;p7"/>
          <p:cNvSpPr txBox="1">
            <a:spLocks noGrp="1"/>
          </p:cNvSpPr>
          <p:nvPr>
            <p:ph type="body" idx="2"/>
          </p:nvPr>
        </p:nvSpPr>
        <p:spPr>
          <a:xfrm>
            <a:off x="4501416" y="2032500"/>
            <a:ext cx="3103600" cy="4102800"/>
          </a:xfrm>
          <a:prstGeom prst="rect">
            <a:avLst/>
          </a:prstGeom>
        </p:spPr>
        <p:txBody>
          <a:bodyPr spcFirstLastPara="1" wrap="square" lIns="0" tIns="0" rIns="0" bIns="0" anchor="t" anchorCtr="0">
            <a:noAutofit/>
          </a:bodyPr>
          <a:lstStyle>
            <a:lvl1pPr marL="609585" lvl="0" indent="-440256" rtl="0">
              <a:spcBef>
                <a:spcPts val="800"/>
              </a:spcBef>
              <a:spcAft>
                <a:spcPts val="0"/>
              </a:spcAft>
              <a:buSzPts val="1600"/>
              <a:buChar char="❑"/>
              <a:defRPr sz="2133"/>
            </a:lvl1pPr>
            <a:lvl2pPr marL="1219170" lvl="1" indent="-440256" rtl="0">
              <a:spcBef>
                <a:spcPts val="800"/>
              </a:spcBef>
              <a:spcAft>
                <a:spcPts val="0"/>
              </a:spcAft>
              <a:buSzPts val="1600"/>
              <a:buChar char="❏"/>
              <a:defRPr sz="2133"/>
            </a:lvl2pPr>
            <a:lvl3pPr marL="1828754" lvl="2" indent="-440256" rtl="0">
              <a:spcBef>
                <a:spcPts val="800"/>
              </a:spcBef>
              <a:spcAft>
                <a:spcPts val="0"/>
              </a:spcAft>
              <a:buSzPts val="1600"/>
              <a:buChar char="❏"/>
              <a:defRPr sz="2133"/>
            </a:lvl3pPr>
            <a:lvl4pPr marL="2438339" lvl="3" indent="-440256" rtl="0">
              <a:spcBef>
                <a:spcPts val="800"/>
              </a:spcBef>
              <a:spcAft>
                <a:spcPts val="0"/>
              </a:spcAft>
              <a:buSzPts val="1600"/>
              <a:buChar char="❏"/>
              <a:defRPr sz="2133"/>
            </a:lvl4pPr>
            <a:lvl5pPr marL="3047924" lvl="4" indent="-440256" rtl="0">
              <a:spcBef>
                <a:spcPts val="800"/>
              </a:spcBef>
              <a:spcAft>
                <a:spcPts val="0"/>
              </a:spcAft>
              <a:buSzPts val="1600"/>
              <a:buChar char="❏"/>
              <a:defRPr sz="2133"/>
            </a:lvl5pPr>
            <a:lvl6pPr marL="3657509" lvl="5" indent="-440256" rtl="0">
              <a:spcBef>
                <a:spcPts val="800"/>
              </a:spcBef>
              <a:spcAft>
                <a:spcPts val="0"/>
              </a:spcAft>
              <a:buSzPts val="1600"/>
              <a:buChar char="❏"/>
              <a:defRPr sz="2133"/>
            </a:lvl6pPr>
            <a:lvl7pPr marL="4267093" lvl="6" indent="-440256" rtl="0">
              <a:spcBef>
                <a:spcPts val="800"/>
              </a:spcBef>
              <a:spcAft>
                <a:spcPts val="0"/>
              </a:spcAft>
              <a:buSzPts val="1600"/>
              <a:buChar char="❏"/>
              <a:defRPr sz="2133"/>
            </a:lvl7pPr>
            <a:lvl8pPr marL="4876678" lvl="7" indent="-440256" rtl="0">
              <a:spcBef>
                <a:spcPts val="800"/>
              </a:spcBef>
              <a:spcAft>
                <a:spcPts val="0"/>
              </a:spcAft>
              <a:buSzPts val="1600"/>
              <a:buChar char="❏"/>
              <a:defRPr sz="2133"/>
            </a:lvl8pPr>
            <a:lvl9pPr marL="5486263" lvl="8" indent="-440256" rtl="0">
              <a:spcBef>
                <a:spcPts val="800"/>
              </a:spcBef>
              <a:spcAft>
                <a:spcPts val="0"/>
              </a:spcAft>
              <a:buSzPts val="1600"/>
              <a:buChar char="❏"/>
              <a:defRPr sz="2133"/>
            </a:lvl9pPr>
          </a:lstStyle>
          <a:p>
            <a:pPr lvl="0"/>
            <a:r>
              <a:rPr lang="en-US"/>
              <a:t>Click to edit Master text styles</a:t>
            </a:r>
          </a:p>
        </p:txBody>
      </p:sp>
      <p:sp>
        <p:nvSpPr>
          <p:cNvPr id="202" name="Google Shape;202;p7"/>
          <p:cNvSpPr txBox="1">
            <a:spLocks noGrp="1"/>
          </p:cNvSpPr>
          <p:nvPr>
            <p:ph type="body" idx="3"/>
          </p:nvPr>
        </p:nvSpPr>
        <p:spPr>
          <a:xfrm>
            <a:off x="7967565" y="2032500"/>
            <a:ext cx="3103600" cy="4102800"/>
          </a:xfrm>
          <a:prstGeom prst="rect">
            <a:avLst/>
          </a:prstGeom>
        </p:spPr>
        <p:txBody>
          <a:bodyPr spcFirstLastPara="1" wrap="square" lIns="0" tIns="0" rIns="0" bIns="0" anchor="t" anchorCtr="0">
            <a:noAutofit/>
          </a:bodyPr>
          <a:lstStyle>
            <a:lvl1pPr marL="609585" lvl="0" indent="-440256" rtl="0">
              <a:spcBef>
                <a:spcPts val="800"/>
              </a:spcBef>
              <a:spcAft>
                <a:spcPts val="0"/>
              </a:spcAft>
              <a:buSzPts val="1600"/>
              <a:buChar char="❑"/>
              <a:defRPr sz="2133"/>
            </a:lvl1pPr>
            <a:lvl2pPr marL="1219170" lvl="1" indent="-440256" rtl="0">
              <a:spcBef>
                <a:spcPts val="800"/>
              </a:spcBef>
              <a:spcAft>
                <a:spcPts val="0"/>
              </a:spcAft>
              <a:buSzPts val="1600"/>
              <a:buChar char="❏"/>
              <a:defRPr sz="2133"/>
            </a:lvl2pPr>
            <a:lvl3pPr marL="1828754" lvl="2" indent="-440256" rtl="0">
              <a:spcBef>
                <a:spcPts val="800"/>
              </a:spcBef>
              <a:spcAft>
                <a:spcPts val="0"/>
              </a:spcAft>
              <a:buSzPts val="1600"/>
              <a:buChar char="❏"/>
              <a:defRPr sz="2133"/>
            </a:lvl3pPr>
            <a:lvl4pPr marL="2438339" lvl="3" indent="-440256" rtl="0">
              <a:spcBef>
                <a:spcPts val="800"/>
              </a:spcBef>
              <a:spcAft>
                <a:spcPts val="0"/>
              </a:spcAft>
              <a:buSzPts val="1600"/>
              <a:buChar char="❏"/>
              <a:defRPr sz="2133"/>
            </a:lvl4pPr>
            <a:lvl5pPr marL="3047924" lvl="4" indent="-440256" rtl="0">
              <a:spcBef>
                <a:spcPts val="800"/>
              </a:spcBef>
              <a:spcAft>
                <a:spcPts val="0"/>
              </a:spcAft>
              <a:buSzPts val="1600"/>
              <a:buChar char="❏"/>
              <a:defRPr sz="2133"/>
            </a:lvl5pPr>
            <a:lvl6pPr marL="3657509" lvl="5" indent="-440256" rtl="0">
              <a:spcBef>
                <a:spcPts val="800"/>
              </a:spcBef>
              <a:spcAft>
                <a:spcPts val="0"/>
              </a:spcAft>
              <a:buSzPts val="1600"/>
              <a:buChar char="❏"/>
              <a:defRPr sz="2133"/>
            </a:lvl6pPr>
            <a:lvl7pPr marL="4267093" lvl="6" indent="-440256" rtl="0">
              <a:spcBef>
                <a:spcPts val="800"/>
              </a:spcBef>
              <a:spcAft>
                <a:spcPts val="0"/>
              </a:spcAft>
              <a:buSzPts val="1600"/>
              <a:buChar char="❏"/>
              <a:defRPr sz="2133"/>
            </a:lvl7pPr>
            <a:lvl8pPr marL="4876678" lvl="7" indent="-440256" rtl="0">
              <a:spcBef>
                <a:spcPts val="800"/>
              </a:spcBef>
              <a:spcAft>
                <a:spcPts val="0"/>
              </a:spcAft>
              <a:buSzPts val="1600"/>
              <a:buChar char="❏"/>
              <a:defRPr sz="2133"/>
            </a:lvl8pPr>
            <a:lvl9pPr marL="5486263" lvl="8" indent="-440256" rtl="0">
              <a:spcBef>
                <a:spcPts val="800"/>
              </a:spcBef>
              <a:spcAft>
                <a:spcPts val="0"/>
              </a:spcAft>
              <a:buSzPts val="1600"/>
              <a:buChar char="❏"/>
              <a:defRPr sz="2133"/>
            </a:lvl9pPr>
          </a:lstStyle>
          <a:p>
            <a:pPr lvl="0"/>
            <a:r>
              <a:rPr lang="en-US"/>
              <a:t>Click to edit Master text styles</a:t>
            </a:r>
          </a:p>
        </p:txBody>
      </p:sp>
      <p:sp>
        <p:nvSpPr>
          <p:cNvPr id="203" name="Google Shape;203;p7"/>
          <p:cNvSpPr txBox="1">
            <a:spLocks noGrp="1"/>
          </p:cNvSpPr>
          <p:nvPr>
            <p:ph type="sldNum" idx="12"/>
          </p:nvPr>
        </p:nvSpPr>
        <p:spPr>
          <a:xfrm>
            <a:off x="11639200" y="6312100"/>
            <a:ext cx="552800" cy="546000"/>
          </a:xfrm>
          <a:prstGeom prst="rect">
            <a:avLst/>
          </a:prstGeom>
        </p:spPr>
        <p:txBody>
          <a:bodyPr spcFirstLastPara="1" wrap="square" lIns="0" tIns="0" rIns="0" bIns="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2DD0220B-7B1B-4D87-8D28-280D010D0C9D}" type="slidenum">
              <a:rPr lang="en-IN" smtClean="0"/>
              <a:t>‹#›</a:t>
            </a:fld>
            <a:endParaRPr lang="en-IN"/>
          </a:p>
        </p:txBody>
      </p:sp>
    </p:spTree>
    <p:extLst>
      <p:ext uri="{BB962C8B-B14F-4D97-AF65-F5344CB8AC3E}">
        <p14:creationId xmlns:p14="http://schemas.microsoft.com/office/powerpoint/2010/main" val="5399328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204"/>
        <p:cNvGrpSpPr/>
        <p:nvPr/>
      </p:nvGrpSpPr>
      <p:grpSpPr>
        <a:xfrm>
          <a:off x="0" y="0"/>
          <a:ext cx="0" cy="0"/>
          <a:chOff x="0" y="0"/>
          <a:chExt cx="0" cy="0"/>
        </a:xfrm>
      </p:grpSpPr>
      <p:grpSp>
        <p:nvGrpSpPr>
          <p:cNvPr id="205" name="Google Shape;205;p8"/>
          <p:cNvGrpSpPr/>
          <p:nvPr/>
        </p:nvGrpSpPr>
        <p:grpSpPr>
          <a:xfrm flipH="1">
            <a:off x="5818365" y="-4283"/>
            <a:ext cx="6373635" cy="2821561"/>
            <a:chOff x="0" y="0"/>
            <a:chExt cx="5072935" cy="2245751"/>
          </a:xfrm>
        </p:grpSpPr>
        <p:pic>
          <p:nvPicPr>
            <p:cNvPr id="206" name="Google Shape;206;p8"/>
            <p:cNvPicPr preferRelativeResize="0"/>
            <p:nvPr/>
          </p:nvPicPr>
          <p:blipFill>
            <a:blip r:embed="rId2">
              <a:alphaModFix/>
            </a:blip>
            <a:stretch>
              <a:fillRect/>
            </a:stretch>
          </p:blipFill>
          <p:spPr>
            <a:xfrm>
              <a:off x="0" y="1693130"/>
              <a:ext cx="845548" cy="552621"/>
            </a:xfrm>
            <a:prstGeom prst="rect">
              <a:avLst/>
            </a:prstGeom>
            <a:noFill/>
            <a:ln>
              <a:noFill/>
            </a:ln>
          </p:spPr>
        </p:pic>
        <p:pic>
          <p:nvPicPr>
            <p:cNvPr id="207" name="Google Shape;207;p8"/>
            <p:cNvPicPr preferRelativeResize="0"/>
            <p:nvPr/>
          </p:nvPicPr>
          <p:blipFill>
            <a:blip r:embed="rId2">
              <a:alphaModFix/>
            </a:blip>
            <a:stretch>
              <a:fillRect/>
            </a:stretch>
          </p:blipFill>
          <p:spPr>
            <a:xfrm>
              <a:off x="422766" y="1270348"/>
              <a:ext cx="845548" cy="552621"/>
            </a:xfrm>
            <a:prstGeom prst="rect">
              <a:avLst/>
            </a:prstGeom>
            <a:noFill/>
            <a:ln>
              <a:noFill/>
            </a:ln>
          </p:spPr>
        </p:pic>
        <p:grpSp>
          <p:nvGrpSpPr>
            <p:cNvPr id="208" name="Google Shape;208;p8"/>
            <p:cNvGrpSpPr/>
            <p:nvPr/>
          </p:nvGrpSpPr>
          <p:grpSpPr>
            <a:xfrm>
              <a:off x="0" y="846565"/>
              <a:ext cx="3381962" cy="552621"/>
              <a:chOff x="0" y="0"/>
              <a:chExt cx="5487525" cy="896675"/>
            </a:xfrm>
          </p:grpSpPr>
          <p:pic>
            <p:nvPicPr>
              <p:cNvPr id="209" name="Google Shape;209;p8"/>
              <p:cNvPicPr preferRelativeResize="0"/>
              <p:nvPr/>
            </p:nvPicPr>
            <p:blipFill>
              <a:blip r:embed="rId2">
                <a:alphaModFix/>
              </a:blip>
              <a:stretch>
                <a:fillRect/>
              </a:stretch>
            </p:blipFill>
            <p:spPr>
              <a:xfrm>
                <a:off x="0" y="0"/>
                <a:ext cx="1371975" cy="896675"/>
              </a:xfrm>
              <a:prstGeom prst="rect">
                <a:avLst/>
              </a:prstGeom>
              <a:noFill/>
              <a:ln>
                <a:noFill/>
              </a:ln>
            </p:spPr>
          </p:pic>
          <p:pic>
            <p:nvPicPr>
              <p:cNvPr id="210" name="Google Shape;210;p8"/>
              <p:cNvPicPr preferRelativeResize="0"/>
              <p:nvPr/>
            </p:nvPicPr>
            <p:blipFill>
              <a:blip r:embed="rId2">
                <a:alphaModFix/>
              </a:blip>
              <a:stretch>
                <a:fillRect/>
              </a:stretch>
            </p:blipFill>
            <p:spPr>
              <a:xfrm>
                <a:off x="2057775" y="0"/>
                <a:ext cx="1371975" cy="896675"/>
              </a:xfrm>
              <a:prstGeom prst="rect">
                <a:avLst/>
              </a:prstGeom>
              <a:noFill/>
              <a:ln>
                <a:noFill/>
              </a:ln>
            </p:spPr>
          </p:pic>
          <p:pic>
            <p:nvPicPr>
              <p:cNvPr id="211" name="Google Shape;211;p8"/>
              <p:cNvPicPr preferRelativeResize="0"/>
              <p:nvPr/>
            </p:nvPicPr>
            <p:blipFill>
              <a:blip r:embed="rId2">
                <a:alphaModFix/>
              </a:blip>
              <a:stretch>
                <a:fillRect/>
              </a:stretch>
            </p:blipFill>
            <p:spPr>
              <a:xfrm>
                <a:off x="4115550" y="0"/>
                <a:ext cx="1371975" cy="896675"/>
              </a:xfrm>
              <a:prstGeom prst="rect">
                <a:avLst/>
              </a:prstGeom>
              <a:noFill/>
              <a:ln>
                <a:noFill/>
              </a:ln>
            </p:spPr>
          </p:pic>
        </p:grpSp>
        <p:grpSp>
          <p:nvGrpSpPr>
            <p:cNvPr id="212" name="Google Shape;212;p8"/>
            <p:cNvGrpSpPr/>
            <p:nvPr/>
          </p:nvGrpSpPr>
          <p:grpSpPr>
            <a:xfrm>
              <a:off x="422766" y="423783"/>
              <a:ext cx="4650168" cy="552621"/>
              <a:chOff x="0" y="0"/>
              <a:chExt cx="7545300" cy="896675"/>
            </a:xfrm>
          </p:grpSpPr>
          <p:pic>
            <p:nvPicPr>
              <p:cNvPr id="213" name="Google Shape;213;p8"/>
              <p:cNvPicPr preferRelativeResize="0"/>
              <p:nvPr/>
            </p:nvPicPr>
            <p:blipFill>
              <a:blip r:embed="rId2">
                <a:alphaModFix/>
              </a:blip>
              <a:stretch>
                <a:fillRect/>
              </a:stretch>
            </p:blipFill>
            <p:spPr>
              <a:xfrm>
                <a:off x="0" y="0"/>
                <a:ext cx="1371975" cy="896675"/>
              </a:xfrm>
              <a:prstGeom prst="rect">
                <a:avLst/>
              </a:prstGeom>
              <a:noFill/>
              <a:ln>
                <a:noFill/>
              </a:ln>
            </p:spPr>
          </p:pic>
          <p:pic>
            <p:nvPicPr>
              <p:cNvPr id="214" name="Google Shape;214;p8"/>
              <p:cNvPicPr preferRelativeResize="0"/>
              <p:nvPr/>
            </p:nvPicPr>
            <p:blipFill>
              <a:blip r:embed="rId2">
                <a:alphaModFix/>
              </a:blip>
              <a:stretch>
                <a:fillRect/>
              </a:stretch>
            </p:blipFill>
            <p:spPr>
              <a:xfrm>
                <a:off x="2057775" y="0"/>
                <a:ext cx="1371975" cy="896675"/>
              </a:xfrm>
              <a:prstGeom prst="rect">
                <a:avLst/>
              </a:prstGeom>
              <a:noFill/>
              <a:ln>
                <a:noFill/>
              </a:ln>
            </p:spPr>
          </p:pic>
          <p:pic>
            <p:nvPicPr>
              <p:cNvPr id="215" name="Google Shape;215;p8"/>
              <p:cNvPicPr preferRelativeResize="0"/>
              <p:nvPr/>
            </p:nvPicPr>
            <p:blipFill>
              <a:blip r:embed="rId2">
                <a:alphaModFix/>
              </a:blip>
              <a:stretch>
                <a:fillRect/>
              </a:stretch>
            </p:blipFill>
            <p:spPr>
              <a:xfrm>
                <a:off x="4115550" y="0"/>
                <a:ext cx="1371975" cy="896675"/>
              </a:xfrm>
              <a:prstGeom prst="rect">
                <a:avLst/>
              </a:prstGeom>
              <a:noFill/>
              <a:ln>
                <a:noFill/>
              </a:ln>
            </p:spPr>
          </p:pic>
          <p:pic>
            <p:nvPicPr>
              <p:cNvPr id="216" name="Google Shape;216;p8"/>
              <p:cNvPicPr preferRelativeResize="0"/>
              <p:nvPr/>
            </p:nvPicPr>
            <p:blipFill>
              <a:blip r:embed="rId2">
                <a:alphaModFix/>
              </a:blip>
              <a:stretch>
                <a:fillRect/>
              </a:stretch>
            </p:blipFill>
            <p:spPr>
              <a:xfrm>
                <a:off x="6173325" y="0"/>
                <a:ext cx="1371975" cy="896675"/>
              </a:xfrm>
              <a:prstGeom prst="rect">
                <a:avLst/>
              </a:prstGeom>
              <a:noFill/>
              <a:ln>
                <a:noFill/>
              </a:ln>
            </p:spPr>
          </p:pic>
        </p:grpSp>
        <p:grpSp>
          <p:nvGrpSpPr>
            <p:cNvPr id="217" name="Google Shape;217;p8"/>
            <p:cNvGrpSpPr/>
            <p:nvPr/>
          </p:nvGrpSpPr>
          <p:grpSpPr>
            <a:xfrm>
              <a:off x="0" y="0"/>
              <a:ext cx="4650168" cy="552621"/>
              <a:chOff x="0" y="0"/>
              <a:chExt cx="7545300" cy="896675"/>
            </a:xfrm>
          </p:grpSpPr>
          <p:pic>
            <p:nvPicPr>
              <p:cNvPr id="218" name="Google Shape;218;p8"/>
              <p:cNvPicPr preferRelativeResize="0"/>
              <p:nvPr/>
            </p:nvPicPr>
            <p:blipFill>
              <a:blip r:embed="rId2">
                <a:alphaModFix/>
              </a:blip>
              <a:stretch>
                <a:fillRect/>
              </a:stretch>
            </p:blipFill>
            <p:spPr>
              <a:xfrm>
                <a:off x="0" y="0"/>
                <a:ext cx="1371975" cy="896675"/>
              </a:xfrm>
              <a:prstGeom prst="rect">
                <a:avLst/>
              </a:prstGeom>
              <a:noFill/>
              <a:ln>
                <a:noFill/>
              </a:ln>
            </p:spPr>
          </p:pic>
          <p:pic>
            <p:nvPicPr>
              <p:cNvPr id="219" name="Google Shape;219;p8"/>
              <p:cNvPicPr preferRelativeResize="0"/>
              <p:nvPr/>
            </p:nvPicPr>
            <p:blipFill>
              <a:blip r:embed="rId2">
                <a:alphaModFix/>
              </a:blip>
              <a:stretch>
                <a:fillRect/>
              </a:stretch>
            </p:blipFill>
            <p:spPr>
              <a:xfrm>
                <a:off x="2057775" y="0"/>
                <a:ext cx="1371975" cy="896675"/>
              </a:xfrm>
              <a:prstGeom prst="rect">
                <a:avLst/>
              </a:prstGeom>
              <a:noFill/>
              <a:ln>
                <a:noFill/>
              </a:ln>
            </p:spPr>
          </p:pic>
          <p:pic>
            <p:nvPicPr>
              <p:cNvPr id="220" name="Google Shape;220;p8"/>
              <p:cNvPicPr preferRelativeResize="0"/>
              <p:nvPr/>
            </p:nvPicPr>
            <p:blipFill>
              <a:blip r:embed="rId2">
                <a:alphaModFix/>
              </a:blip>
              <a:stretch>
                <a:fillRect/>
              </a:stretch>
            </p:blipFill>
            <p:spPr>
              <a:xfrm>
                <a:off x="4115550" y="0"/>
                <a:ext cx="1371975" cy="896675"/>
              </a:xfrm>
              <a:prstGeom prst="rect">
                <a:avLst/>
              </a:prstGeom>
              <a:noFill/>
              <a:ln>
                <a:noFill/>
              </a:ln>
            </p:spPr>
          </p:pic>
          <p:pic>
            <p:nvPicPr>
              <p:cNvPr id="221" name="Google Shape;221;p8"/>
              <p:cNvPicPr preferRelativeResize="0"/>
              <p:nvPr/>
            </p:nvPicPr>
            <p:blipFill>
              <a:blip r:embed="rId2">
                <a:alphaModFix/>
              </a:blip>
              <a:stretch>
                <a:fillRect/>
              </a:stretch>
            </p:blipFill>
            <p:spPr>
              <a:xfrm>
                <a:off x="6173325" y="0"/>
                <a:ext cx="1371975" cy="896675"/>
              </a:xfrm>
              <a:prstGeom prst="rect">
                <a:avLst/>
              </a:prstGeom>
              <a:noFill/>
              <a:ln>
                <a:noFill/>
              </a:ln>
            </p:spPr>
          </p:pic>
        </p:grpSp>
      </p:grpSp>
      <p:grpSp>
        <p:nvGrpSpPr>
          <p:cNvPr id="222" name="Google Shape;222;p8"/>
          <p:cNvGrpSpPr/>
          <p:nvPr/>
        </p:nvGrpSpPr>
        <p:grpSpPr>
          <a:xfrm flipH="1">
            <a:off x="8" y="5270900"/>
            <a:ext cx="3186885" cy="1757937"/>
            <a:chOff x="6607482" y="3879952"/>
            <a:chExt cx="2536521" cy="1399186"/>
          </a:xfrm>
        </p:grpSpPr>
        <p:grpSp>
          <p:nvGrpSpPr>
            <p:cNvPr id="223" name="Google Shape;223;p8"/>
            <p:cNvGrpSpPr/>
            <p:nvPr/>
          </p:nvGrpSpPr>
          <p:grpSpPr>
            <a:xfrm>
              <a:off x="6607482" y="4726517"/>
              <a:ext cx="2113755" cy="552621"/>
              <a:chOff x="2057775" y="0"/>
              <a:chExt cx="3429750" cy="896675"/>
            </a:xfrm>
          </p:grpSpPr>
          <p:pic>
            <p:nvPicPr>
              <p:cNvPr id="224" name="Google Shape;224;p8"/>
              <p:cNvPicPr preferRelativeResize="0"/>
              <p:nvPr/>
            </p:nvPicPr>
            <p:blipFill>
              <a:blip r:embed="rId2">
                <a:alphaModFix/>
              </a:blip>
              <a:stretch>
                <a:fillRect/>
              </a:stretch>
            </p:blipFill>
            <p:spPr>
              <a:xfrm>
                <a:off x="2057775" y="0"/>
                <a:ext cx="1371975" cy="896675"/>
              </a:xfrm>
              <a:prstGeom prst="rect">
                <a:avLst/>
              </a:prstGeom>
              <a:noFill/>
              <a:ln>
                <a:noFill/>
              </a:ln>
            </p:spPr>
          </p:pic>
          <p:pic>
            <p:nvPicPr>
              <p:cNvPr id="225" name="Google Shape;225;p8"/>
              <p:cNvPicPr preferRelativeResize="0"/>
              <p:nvPr/>
            </p:nvPicPr>
            <p:blipFill>
              <a:blip r:embed="rId2">
                <a:alphaModFix/>
              </a:blip>
              <a:stretch>
                <a:fillRect/>
              </a:stretch>
            </p:blipFill>
            <p:spPr>
              <a:xfrm>
                <a:off x="4115550" y="0"/>
                <a:ext cx="1371975" cy="896675"/>
              </a:xfrm>
              <a:prstGeom prst="rect">
                <a:avLst/>
              </a:prstGeom>
              <a:noFill/>
              <a:ln>
                <a:noFill/>
              </a:ln>
            </p:spPr>
          </p:pic>
        </p:grpSp>
        <p:grpSp>
          <p:nvGrpSpPr>
            <p:cNvPr id="226" name="Google Shape;226;p8"/>
            <p:cNvGrpSpPr/>
            <p:nvPr/>
          </p:nvGrpSpPr>
          <p:grpSpPr>
            <a:xfrm>
              <a:off x="7030248" y="4303735"/>
              <a:ext cx="2113755" cy="552621"/>
              <a:chOff x="2057775" y="0"/>
              <a:chExt cx="3429750" cy="896675"/>
            </a:xfrm>
          </p:grpSpPr>
          <p:pic>
            <p:nvPicPr>
              <p:cNvPr id="227" name="Google Shape;227;p8"/>
              <p:cNvPicPr preferRelativeResize="0"/>
              <p:nvPr/>
            </p:nvPicPr>
            <p:blipFill>
              <a:blip r:embed="rId2">
                <a:alphaModFix/>
              </a:blip>
              <a:stretch>
                <a:fillRect/>
              </a:stretch>
            </p:blipFill>
            <p:spPr>
              <a:xfrm>
                <a:off x="2057775" y="0"/>
                <a:ext cx="1371975" cy="896675"/>
              </a:xfrm>
              <a:prstGeom prst="rect">
                <a:avLst/>
              </a:prstGeom>
              <a:noFill/>
              <a:ln>
                <a:noFill/>
              </a:ln>
            </p:spPr>
          </p:pic>
          <p:pic>
            <p:nvPicPr>
              <p:cNvPr id="228" name="Google Shape;228;p8"/>
              <p:cNvPicPr preferRelativeResize="0"/>
              <p:nvPr/>
            </p:nvPicPr>
            <p:blipFill>
              <a:blip r:embed="rId2">
                <a:alphaModFix/>
              </a:blip>
              <a:stretch>
                <a:fillRect/>
              </a:stretch>
            </p:blipFill>
            <p:spPr>
              <a:xfrm>
                <a:off x="4115550" y="0"/>
                <a:ext cx="1371975" cy="896675"/>
              </a:xfrm>
              <a:prstGeom prst="rect">
                <a:avLst/>
              </a:prstGeom>
              <a:noFill/>
              <a:ln>
                <a:noFill/>
              </a:ln>
            </p:spPr>
          </p:pic>
        </p:grpSp>
        <p:pic>
          <p:nvPicPr>
            <p:cNvPr id="229" name="Google Shape;229;p8"/>
            <p:cNvPicPr preferRelativeResize="0"/>
            <p:nvPr/>
          </p:nvPicPr>
          <p:blipFill>
            <a:blip r:embed="rId2">
              <a:alphaModFix/>
            </a:blip>
            <a:stretch>
              <a:fillRect/>
            </a:stretch>
          </p:blipFill>
          <p:spPr>
            <a:xfrm>
              <a:off x="7875688" y="3879952"/>
              <a:ext cx="845548" cy="552621"/>
            </a:xfrm>
            <a:prstGeom prst="rect">
              <a:avLst/>
            </a:prstGeom>
            <a:noFill/>
            <a:ln>
              <a:noFill/>
            </a:ln>
          </p:spPr>
        </p:pic>
      </p:grpSp>
      <p:sp>
        <p:nvSpPr>
          <p:cNvPr id="230" name="Google Shape;230;p8"/>
          <p:cNvSpPr txBox="1">
            <a:spLocks noGrp="1"/>
          </p:cNvSpPr>
          <p:nvPr>
            <p:ph type="title"/>
          </p:nvPr>
        </p:nvSpPr>
        <p:spPr>
          <a:xfrm>
            <a:off x="1035267" y="536933"/>
            <a:ext cx="4783200" cy="1142400"/>
          </a:xfrm>
          <a:prstGeom prst="rect">
            <a:avLst/>
          </a:prstGeom>
        </p:spPr>
        <p:txBody>
          <a:bodyPr spcFirstLastPara="1" wrap="square" lIns="0" tIns="0" rIns="0" bIns="0" anchor="b" anchorCtr="0">
            <a:noAutofit/>
          </a:bodyPr>
          <a:lstStyle>
            <a:lvl1pPr lvl="0">
              <a:spcBef>
                <a:spcPts val="0"/>
              </a:spcBef>
              <a:spcAft>
                <a:spcPts val="0"/>
              </a:spcAft>
              <a:buSzPts val="1800"/>
              <a:buNone/>
              <a:defRPr/>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a:r>
              <a:rPr lang="en-US"/>
              <a:t>Click to edit Master title style</a:t>
            </a:r>
            <a:endParaRPr/>
          </a:p>
        </p:txBody>
      </p:sp>
      <p:sp>
        <p:nvSpPr>
          <p:cNvPr id="231" name="Google Shape;231;p8"/>
          <p:cNvSpPr txBox="1">
            <a:spLocks noGrp="1"/>
          </p:cNvSpPr>
          <p:nvPr>
            <p:ph type="sldNum" idx="12"/>
          </p:nvPr>
        </p:nvSpPr>
        <p:spPr>
          <a:xfrm>
            <a:off x="11639200" y="6312100"/>
            <a:ext cx="552800" cy="546000"/>
          </a:xfrm>
          <a:prstGeom prst="rect">
            <a:avLst/>
          </a:prstGeom>
        </p:spPr>
        <p:txBody>
          <a:bodyPr spcFirstLastPara="1" wrap="square" lIns="0" tIns="0" rIns="0" bIns="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2DD0220B-7B1B-4D87-8D28-280D010D0C9D}" type="slidenum">
              <a:rPr lang="en-IN" smtClean="0"/>
              <a:t>‹#›</a:t>
            </a:fld>
            <a:endParaRPr lang="en-IN"/>
          </a:p>
        </p:txBody>
      </p:sp>
    </p:spTree>
    <p:extLst>
      <p:ext uri="{BB962C8B-B14F-4D97-AF65-F5344CB8AC3E}">
        <p14:creationId xmlns:p14="http://schemas.microsoft.com/office/powerpoint/2010/main" val="29093897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232"/>
        <p:cNvGrpSpPr/>
        <p:nvPr/>
      </p:nvGrpSpPr>
      <p:grpSpPr>
        <a:xfrm>
          <a:off x="0" y="0"/>
          <a:ext cx="0" cy="0"/>
          <a:chOff x="0" y="0"/>
          <a:chExt cx="0" cy="0"/>
        </a:xfrm>
      </p:grpSpPr>
      <p:grpSp>
        <p:nvGrpSpPr>
          <p:cNvPr id="233" name="Google Shape;233;p9"/>
          <p:cNvGrpSpPr/>
          <p:nvPr/>
        </p:nvGrpSpPr>
        <p:grpSpPr>
          <a:xfrm flipH="1">
            <a:off x="5818365" y="-4283"/>
            <a:ext cx="6373635" cy="2821561"/>
            <a:chOff x="0" y="0"/>
            <a:chExt cx="5072935" cy="2245751"/>
          </a:xfrm>
        </p:grpSpPr>
        <p:pic>
          <p:nvPicPr>
            <p:cNvPr id="234" name="Google Shape;234;p9"/>
            <p:cNvPicPr preferRelativeResize="0"/>
            <p:nvPr/>
          </p:nvPicPr>
          <p:blipFill>
            <a:blip r:embed="rId2">
              <a:alphaModFix/>
            </a:blip>
            <a:stretch>
              <a:fillRect/>
            </a:stretch>
          </p:blipFill>
          <p:spPr>
            <a:xfrm>
              <a:off x="0" y="1693130"/>
              <a:ext cx="845548" cy="552621"/>
            </a:xfrm>
            <a:prstGeom prst="rect">
              <a:avLst/>
            </a:prstGeom>
            <a:noFill/>
            <a:ln>
              <a:noFill/>
            </a:ln>
          </p:spPr>
        </p:pic>
        <p:pic>
          <p:nvPicPr>
            <p:cNvPr id="235" name="Google Shape;235;p9"/>
            <p:cNvPicPr preferRelativeResize="0"/>
            <p:nvPr/>
          </p:nvPicPr>
          <p:blipFill>
            <a:blip r:embed="rId2">
              <a:alphaModFix/>
            </a:blip>
            <a:stretch>
              <a:fillRect/>
            </a:stretch>
          </p:blipFill>
          <p:spPr>
            <a:xfrm>
              <a:off x="422766" y="1270348"/>
              <a:ext cx="845548" cy="552621"/>
            </a:xfrm>
            <a:prstGeom prst="rect">
              <a:avLst/>
            </a:prstGeom>
            <a:noFill/>
            <a:ln>
              <a:noFill/>
            </a:ln>
          </p:spPr>
        </p:pic>
        <p:grpSp>
          <p:nvGrpSpPr>
            <p:cNvPr id="236" name="Google Shape;236;p9"/>
            <p:cNvGrpSpPr/>
            <p:nvPr/>
          </p:nvGrpSpPr>
          <p:grpSpPr>
            <a:xfrm>
              <a:off x="0" y="846565"/>
              <a:ext cx="3381962" cy="552621"/>
              <a:chOff x="0" y="0"/>
              <a:chExt cx="5487525" cy="896675"/>
            </a:xfrm>
          </p:grpSpPr>
          <p:pic>
            <p:nvPicPr>
              <p:cNvPr id="237" name="Google Shape;237;p9"/>
              <p:cNvPicPr preferRelativeResize="0"/>
              <p:nvPr/>
            </p:nvPicPr>
            <p:blipFill>
              <a:blip r:embed="rId2">
                <a:alphaModFix/>
              </a:blip>
              <a:stretch>
                <a:fillRect/>
              </a:stretch>
            </p:blipFill>
            <p:spPr>
              <a:xfrm>
                <a:off x="0" y="0"/>
                <a:ext cx="1371975" cy="896675"/>
              </a:xfrm>
              <a:prstGeom prst="rect">
                <a:avLst/>
              </a:prstGeom>
              <a:noFill/>
              <a:ln>
                <a:noFill/>
              </a:ln>
            </p:spPr>
          </p:pic>
          <p:pic>
            <p:nvPicPr>
              <p:cNvPr id="238" name="Google Shape;238;p9"/>
              <p:cNvPicPr preferRelativeResize="0"/>
              <p:nvPr/>
            </p:nvPicPr>
            <p:blipFill>
              <a:blip r:embed="rId2">
                <a:alphaModFix/>
              </a:blip>
              <a:stretch>
                <a:fillRect/>
              </a:stretch>
            </p:blipFill>
            <p:spPr>
              <a:xfrm>
                <a:off x="2057775" y="0"/>
                <a:ext cx="1371975" cy="896675"/>
              </a:xfrm>
              <a:prstGeom prst="rect">
                <a:avLst/>
              </a:prstGeom>
              <a:noFill/>
              <a:ln>
                <a:noFill/>
              </a:ln>
            </p:spPr>
          </p:pic>
          <p:pic>
            <p:nvPicPr>
              <p:cNvPr id="239" name="Google Shape;239;p9"/>
              <p:cNvPicPr preferRelativeResize="0"/>
              <p:nvPr/>
            </p:nvPicPr>
            <p:blipFill>
              <a:blip r:embed="rId2">
                <a:alphaModFix/>
              </a:blip>
              <a:stretch>
                <a:fillRect/>
              </a:stretch>
            </p:blipFill>
            <p:spPr>
              <a:xfrm>
                <a:off x="4115550" y="0"/>
                <a:ext cx="1371975" cy="896675"/>
              </a:xfrm>
              <a:prstGeom prst="rect">
                <a:avLst/>
              </a:prstGeom>
              <a:noFill/>
              <a:ln>
                <a:noFill/>
              </a:ln>
            </p:spPr>
          </p:pic>
        </p:grpSp>
        <p:grpSp>
          <p:nvGrpSpPr>
            <p:cNvPr id="240" name="Google Shape;240;p9"/>
            <p:cNvGrpSpPr/>
            <p:nvPr/>
          </p:nvGrpSpPr>
          <p:grpSpPr>
            <a:xfrm>
              <a:off x="422766" y="423783"/>
              <a:ext cx="4650168" cy="552621"/>
              <a:chOff x="0" y="0"/>
              <a:chExt cx="7545300" cy="896675"/>
            </a:xfrm>
          </p:grpSpPr>
          <p:pic>
            <p:nvPicPr>
              <p:cNvPr id="241" name="Google Shape;241;p9"/>
              <p:cNvPicPr preferRelativeResize="0"/>
              <p:nvPr/>
            </p:nvPicPr>
            <p:blipFill>
              <a:blip r:embed="rId2">
                <a:alphaModFix/>
              </a:blip>
              <a:stretch>
                <a:fillRect/>
              </a:stretch>
            </p:blipFill>
            <p:spPr>
              <a:xfrm>
                <a:off x="0" y="0"/>
                <a:ext cx="1371975" cy="896675"/>
              </a:xfrm>
              <a:prstGeom prst="rect">
                <a:avLst/>
              </a:prstGeom>
              <a:noFill/>
              <a:ln>
                <a:noFill/>
              </a:ln>
            </p:spPr>
          </p:pic>
          <p:pic>
            <p:nvPicPr>
              <p:cNvPr id="242" name="Google Shape;242;p9"/>
              <p:cNvPicPr preferRelativeResize="0"/>
              <p:nvPr/>
            </p:nvPicPr>
            <p:blipFill>
              <a:blip r:embed="rId2">
                <a:alphaModFix/>
              </a:blip>
              <a:stretch>
                <a:fillRect/>
              </a:stretch>
            </p:blipFill>
            <p:spPr>
              <a:xfrm>
                <a:off x="2057775" y="0"/>
                <a:ext cx="1371975" cy="896675"/>
              </a:xfrm>
              <a:prstGeom prst="rect">
                <a:avLst/>
              </a:prstGeom>
              <a:noFill/>
              <a:ln>
                <a:noFill/>
              </a:ln>
            </p:spPr>
          </p:pic>
          <p:pic>
            <p:nvPicPr>
              <p:cNvPr id="243" name="Google Shape;243;p9"/>
              <p:cNvPicPr preferRelativeResize="0"/>
              <p:nvPr/>
            </p:nvPicPr>
            <p:blipFill>
              <a:blip r:embed="rId2">
                <a:alphaModFix/>
              </a:blip>
              <a:stretch>
                <a:fillRect/>
              </a:stretch>
            </p:blipFill>
            <p:spPr>
              <a:xfrm>
                <a:off x="4115550" y="0"/>
                <a:ext cx="1371975" cy="896675"/>
              </a:xfrm>
              <a:prstGeom prst="rect">
                <a:avLst/>
              </a:prstGeom>
              <a:noFill/>
              <a:ln>
                <a:noFill/>
              </a:ln>
            </p:spPr>
          </p:pic>
          <p:pic>
            <p:nvPicPr>
              <p:cNvPr id="244" name="Google Shape;244;p9"/>
              <p:cNvPicPr preferRelativeResize="0"/>
              <p:nvPr/>
            </p:nvPicPr>
            <p:blipFill>
              <a:blip r:embed="rId2">
                <a:alphaModFix/>
              </a:blip>
              <a:stretch>
                <a:fillRect/>
              </a:stretch>
            </p:blipFill>
            <p:spPr>
              <a:xfrm>
                <a:off x="6173325" y="0"/>
                <a:ext cx="1371975" cy="896675"/>
              </a:xfrm>
              <a:prstGeom prst="rect">
                <a:avLst/>
              </a:prstGeom>
              <a:noFill/>
              <a:ln>
                <a:noFill/>
              </a:ln>
            </p:spPr>
          </p:pic>
        </p:grpSp>
        <p:grpSp>
          <p:nvGrpSpPr>
            <p:cNvPr id="245" name="Google Shape;245;p9"/>
            <p:cNvGrpSpPr/>
            <p:nvPr/>
          </p:nvGrpSpPr>
          <p:grpSpPr>
            <a:xfrm>
              <a:off x="0" y="0"/>
              <a:ext cx="4650168" cy="552621"/>
              <a:chOff x="0" y="0"/>
              <a:chExt cx="7545300" cy="896675"/>
            </a:xfrm>
          </p:grpSpPr>
          <p:pic>
            <p:nvPicPr>
              <p:cNvPr id="246" name="Google Shape;246;p9"/>
              <p:cNvPicPr preferRelativeResize="0"/>
              <p:nvPr/>
            </p:nvPicPr>
            <p:blipFill>
              <a:blip r:embed="rId2">
                <a:alphaModFix/>
              </a:blip>
              <a:stretch>
                <a:fillRect/>
              </a:stretch>
            </p:blipFill>
            <p:spPr>
              <a:xfrm>
                <a:off x="0" y="0"/>
                <a:ext cx="1371975" cy="896675"/>
              </a:xfrm>
              <a:prstGeom prst="rect">
                <a:avLst/>
              </a:prstGeom>
              <a:noFill/>
              <a:ln>
                <a:noFill/>
              </a:ln>
            </p:spPr>
          </p:pic>
          <p:pic>
            <p:nvPicPr>
              <p:cNvPr id="247" name="Google Shape;247;p9"/>
              <p:cNvPicPr preferRelativeResize="0"/>
              <p:nvPr/>
            </p:nvPicPr>
            <p:blipFill>
              <a:blip r:embed="rId2">
                <a:alphaModFix/>
              </a:blip>
              <a:stretch>
                <a:fillRect/>
              </a:stretch>
            </p:blipFill>
            <p:spPr>
              <a:xfrm>
                <a:off x="2057775" y="0"/>
                <a:ext cx="1371975" cy="896675"/>
              </a:xfrm>
              <a:prstGeom prst="rect">
                <a:avLst/>
              </a:prstGeom>
              <a:noFill/>
              <a:ln>
                <a:noFill/>
              </a:ln>
            </p:spPr>
          </p:pic>
          <p:pic>
            <p:nvPicPr>
              <p:cNvPr id="248" name="Google Shape;248;p9"/>
              <p:cNvPicPr preferRelativeResize="0"/>
              <p:nvPr/>
            </p:nvPicPr>
            <p:blipFill>
              <a:blip r:embed="rId2">
                <a:alphaModFix/>
              </a:blip>
              <a:stretch>
                <a:fillRect/>
              </a:stretch>
            </p:blipFill>
            <p:spPr>
              <a:xfrm>
                <a:off x="4115550" y="0"/>
                <a:ext cx="1371975" cy="896675"/>
              </a:xfrm>
              <a:prstGeom prst="rect">
                <a:avLst/>
              </a:prstGeom>
              <a:noFill/>
              <a:ln>
                <a:noFill/>
              </a:ln>
            </p:spPr>
          </p:pic>
          <p:pic>
            <p:nvPicPr>
              <p:cNvPr id="249" name="Google Shape;249;p9"/>
              <p:cNvPicPr preferRelativeResize="0"/>
              <p:nvPr/>
            </p:nvPicPr>
            <p:blipFill>
              <a:blip r:embed="rId2">
                <a:alphaModFix/>
              </a:blip>
              <a:stretch>
                <a:fillRect/>
              </a:stretch>
            </p:blipFill>
            <p:spPr>
              <a:xfrm>
                <a:off x="6173325" y="0"/>
                <a:ext cx="1371975" cy="896675"/>
              </a:xfrm>
              <a:prstGeom prst="rect">
                <a:avLst/>
              </a:prstGeom>
              <a:noFill/>
              <a:ln>
                <a:noFill/>
              </a:ln>
            </p:spPr>
          </p:pic>
        </p:grpSp>
      </p:grpSp>
      <p:grpSp>
        <p:nvGrpSpPr>
          <p:cNvPr id="250" name="Google Shape;250;p9"/>
          <p:cNvGrpSpPr/>
          <p:nvPr/>
        </p:nvGrpSpPr>
        <p:grpSpPr>
          <a:xfrm flipH="1">
            <a:off x="8" y="5270900"/>
            <a:ext cx="3186885" cy="1757937"/>
            <a:chOff x="6607482" y="3879952"/>
            <a:chExt cx="2536521" cy="1399186"/>
          </a:xfrm>
        </p:grpSpPr>
        <p:grpSp>
          <p:nvGrpSpPr>
            <p:cNvPr id="251" name="Google Shape;251;p9"/>
            <p:cNvGrpSpPr/>
            <p:nvPr/>
          </p:nvGrpSpPr>
          <p:grpSpPr>
            <a:xfrm>
              <a:off x="6607482" y="4726517"/>
              <a:ext cx="2113755" cy="552621"/>
              <a:chOff x="2057775" y="0"/>
              <a:chExt cx="3429750" cy="896675"/>
            </a:xfrm>
          </p:grpSpPr>
          <p:pic>
            <p:nvPicPr>
              <p:cNvPr id="252" name="Google Shape;252;p9"/>
              <p:cNvPicPr preferRelativeResize="0"/>
              <p:nvPr/>
            </p:nvPicPr>
            <p:blipFill>
              <a:blip r:embed="rId2">
                <a:alphaModFix/>
              </a:blip>
              <a:stretch>
                <a:fillRect/>
              </a:stretch>
            </p:blipFill>
            <p:spPr>
              <a:xfrm>
                <a:off x="2057775" y="0"/>
                <a:ext cx="1371975" cy="896675"/>
              </a:xfrm>
              <a:prstGeom prst="rect">
                <a:avLst/>
              </a:prstGeom>
              <a:noFill/>
              <a:ln>
                <a:noFill/>
              </a:ln>
            </p:spPr>
          </p:pic>
          <p:pic>
            <p:nvPicPr>
              <p:cNvPr id="253" name="Google Shape;253;p9"/>
              <p:cNvPicPr preferRelativeResize="0"/>
              <p:nvPr/>
            </p:nvPicPr>
            <p:blipFill>
              <a:blip r:embed="rId2">
                <a:alphaModFix/>
              </a:blip>
              <a:stretch>
                <a:fillRect/>
              </a:stretch>
            </p:blipFill>
            <p:spPr>
              <a:xfrm>
                <a:off x="4115550" y="0"/>
                <a:ext cx="1371975" cy="896675"/>
              </a:xfrm>
              <a:prstGeom prst="rect">
                <a:avLst/>
              </a:prstGeom>
              <a:noFill/>
              <a:ln>
                <a:noFill/>
              </a:ln>
            </p:spPr>
          </p:pic>
        </p:grpSp>
        <p:grpSp>
          <p:nvGrpSpPr>
            <p:cNvPr id="254" name="Google Shape;254;p9"/>
            <p:cNvGrpSpPr/>
            <p:nvPr/>
          </p:nvGrpSpPr>
          <p:grpSpPr>
            <a:xfrm>
              <a:off x="7030248" y="4303735"/>
              <a:ext cx="2113755" cy="552621"/>
              <a:chOff x="2057775" y="0"/>
              <a:chExt cx="3429750" cy="896675"/>
            </a:xfrm>
          </p:grpSpPr>
          <p:pic>
            <p:nvPicPr>
              <p:cNvPr id="255" name="Google Shape;255;p9"/>
              <p:cNvPicPr preferRelativeResize="0"/>
              <p:nvPr/>
            </p:nvPicPr>
            <p:blipFill>
              <a:blip r:embed="rId2">
                <a:alphaModFix/>
              </a:blip>
              <a:stretch>
                <a:fillRect/>
              </a:stretch>
            </p:blipFill>
            <p:spPr>
              <a:xfrm>
                <a:off x="2057775" y="0"/>
                <a:ext cx="1371975" cy="896675"/>
              </a:xfrm>
              <a:prstGeom prst="rect">
                <a:avLst/>
              </a:prstGeom>
              <a:noFill/>
              <a:ln>
                <a:noFill/>
              </a:ln>
            </p:spPr>
          </p:pic>
          <p:pic>
            <p:nvPicPr>
              <p:cNvPr id="256" name="Google Shape;256;p9"/>
              <p:cNvPicPr preferRelativeResize="0"/>
              <p:nvPr/>
            </p:nvPicPr>
            <p:blipFill>
              <a:blip r:embed="rId2">
                <a:alphaModFix/>
              </a:blip>
              <a:stretch>
                <a:fillRect/>
              </a:stretch>
            </p:blipFill>
            <p:spPr>
              <a:xfrm>
                <a:off x="4115550" y="0"/>
                <a:ext cx="1371975" cy="896675"/>
              </a:xfrm>
              <a:prstGeom prst="rect">
                <a:avLst/>
              </a:prstGeom>
              <a:noFill/>
              <a:ln>
                <a:noFill/>
              </a:ln>
            </p:spPr>
          </p:pic>
        </p:grpSp>
        <p:pic>
          <p:nvPicPr>
            <p:cNvPr id="257" name="Google Shape;257;p9"/>
            <p:cNvPicPr preferRelativeResize="0"/>
            <p:nvPr/>
          </p:nvPicPr>
          <p:blipFill>
            <a:blip r:embed="rId2">
              <a:alphaModFix/>
            </a:blip>
            <a:stretch>
              <a:fillRect/>
            </a:stretch>
          </p:blipFill>
          <p:spPr>
            <a:xfrm>
              <a:off x="7875688" y="3879952"/>
              <a:ext cx="845548" cy="552621"/>
            </a:xfrm>
            <a:prstGeom prst="rect">
              <a:avLst/>
            </a:prstGeom>
            <a:noFill/>
            <a:ln>
              <a:noFill/>
            </a:ln>
          </p:spPr>
        </p:pic>
      </p:grpSp>
      <p:sp>
        <p:nvSpPr>
          <p:cNvPr id="258" name="Google Shape;258;p9"/>
          <p:cNvSpPr txBox="1">
            <a:spLocks noGrp="1"/>
          </p:cNvSpPr>
          <p:nvPr>
            <p:ph type="body" idx="1"/>
          </p:nvPr>
        </p:nvSpPr>
        <p:spPr>
          <a:xfrm>
            <a:off x="1717433" y="5260239"/>
            <a:ext cx="8645200" cy="692800"/>
          </a:xfrm>
          <a:prstGeom prst="rect">
            <a:avLst/>
          </a:prstGeom>
        </p:spPr>
        <p:txBody>
          <a:bodyPr spcFirstLastPara="1" wrap="square" lIns="0" tIns="0" rIns="0" bIns="0" anchor="t" anchorCtr="0">
            <a:noAutofit/>
          </a:bodyPr>
          <a:lstStyle>
            <a:lvl1pPr marL="609585" lvl="0" indent="-304792">
              <a:spcBef>
                <a:spcPts val="480"/>
              </a:spcBef>
              <a:spcAft>
                <a:spcPts val="0"/>
              </a:spcAft>
              <a:buSzPts val="1800"/>
              <a:buNone/>
              <a:defRPr sz="2400"/>
            </a:lvl1pPr>
          </a:lstStyle>
          <a:p>
            <a:pPr lvl="0"/>
            <a:r>
              <a:rPr lang="en-US"/>
              <a:t>Click to edit Master text styles</a:t>
            </a:r>
          </a:p>
        </p:txBody>
      </p:sp>
      <p:sp>
        <p:nvSpPr>
          <p:cNvPr id="259" name="Google Shape;259;p9"/>
          <p:cNvSpPr txBox="1">
            <a:spLocks noGrp="1"/>
          </p:cNvSpPr>
          <p:nvPr>
            <p:ph type="sldNum" idx="12"/>
          </p:nvPr>
        </p:nvSpPr>
        <p:spPr>
          <a:xfrm>
            <a:off x="11639200" y="6312100"/>
            <a:ext cx="552800" cy="546000"/>
          </a:xfrm>
          <a:prstGeom prst="rect">
            <a:avLst/>
          </a:prstGeom>
        </p:spPr>
        <p:txBody>
          <a:bodyPr spcFirstLastPara="1" wrap="square" lIns="0" tIns="0" rIns="0" bIns="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2DD0220B-7B1B-4D87-8D28-280D010D0C9D}" type="slidenum">
              <a:rPr lang="en-IN" smtClean="0"/>
              <a:t>‹#›</a:t>
            </a:fld>
            <a:endParaRPr lang="en-IN"/>
          </a:p>
        </p:txBody>
      </p:sp>
    </p:spTree>
    <p:extLst>
      <p:ext uri="{BB962C8B-B14F-4D97-AF65-F5344CB8AC3E}">
        <p14:creationId xmlns:p14="http://schemas.microsoft.com/office/powerpoint/2010/main" val="1648822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big emboss" type="blank">
  <p:cSld name="Blank big emboss">
    <p:spTree>
      <p:nvGrpSpPr>
        <p:cNvPr id="1" name="Shape 260"/>
        <p:cNvGrpSpPr/>
        <p:nvPr/>
      </p:nvGrpSpPr>
      <p:grpSpPr>
        <a:xfrm>
          <a:off x="0" y="0"/>
          <a:ext cx="0" cy="0"/>
          <a:chOff x="0" y="0"/>
          <a:chExt cx="0" cy="0"/>
        </a:xfrm>
      </p:grpSpPr>
      <p:sp>
        <p:nvSpPr>
          <p:cNvPr id="261" name="Google Shape;261;p10"/>
          <p:cNvSpPr txBox="1">
            <a:spLocks noGrp="1"/>
          </p:cNvSpPr>
          <p:nvPr>
            <p:ph type="sldNum" idx="12"/>
          </p:nvPr>
        </p:nvSpPr>
        <p:spPr>
          <a:xfrm>
            <a:off x="11639200" y="6312100"/>
            <a:ext cx="552800" cy="546000"/>
          </a:xfrm>
          <a:prstGeom prst="rect">
            <a:avLst/>
          </a:prstGeom>
        </p:spPr>
        <p:txBody>
          <a:bodyPr spcFirstLastPara="1" wrap="square" lIns="0" tIns="0" rIns="0" bIns="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2DD0220B-7B1B-4D87-8D28-280D010D0C9D}" type="slidenum">
              <a:rPr lang="en-IN" smtClean="0"/>
              <a:t>‹#›</a:t>
            </a:fld>
            <a:endParaRPr lang="en-IN"/>
          </a:p>
        </p:txBody>
      </p:sp>
      <p:grpSp>
        <p:nvGrpSpPr>
          <p:cNvPr id="262" name="Google Shape;262;p10"/>
          <p:cNvGrpSpPr/>
          <p:nvPr/>
        </p:nvGrpSpPr>
        <p:grpSpPr>
          <a:xfrm flipH="1">
            <a:off x="7619000" y="1"/>
            <a:ext cx="4573000" cy="4858567"/>
            <a:chOff x="0" y="0"/>
            <a:chExt cx="3429750" cy="3643925"/>
          </a:xfrm>
        </p:grpSpPr>
        <p:pic>
          <p:nvPicPr>
            <p:cNvPr id="263" name="Google Shape;263;p10"/>
            <p:cNvPicPr preferRelativeResize="0"/>
            <p:nvPr/>
          </p:nvPicPr>
          <p:blipFill>
            <a:blip r:embed="rId2">
              <a:alphaModFix/>
            </a:blip>
            <a:stretch>
              <a:fillRect/>
            </a:stretch>
          </p:blipFill>
          <p:spPr>
            <a:xfrm>
              <a:off x="0" y="2747250"/>
              <a:ext cx="1371975" cy="896675"/>
            </a:xfrm>
            <a:prstGeom prst="rect">
              <a:avLst/>
            </a:prstGeom>
            <a:noFill/>
            <a:ln>
              <a:noFill/>
            </a:ln>
          </p:spPr>
        </p:pic>
        <p:pic>
          <p:nvPicPr>
            <p:cNvPr id="264" name="Google Shape;264;p10"/>
            <p:cNvPicPr preferRelativeResize="0"/>
            <p:nvPr/>
          </p:nvPicPr>
          <p:blipFill>
            <a:blip r:embed="rId2">
              <a:alphaModFix/>
            </a:blip>
            <a:stretch>
              <a:fillRect/>
            </a:stretch>
          </p:blipFill>
          <p:spPr>
            <a:xfrm>
              <a:off x="685975" y="2061250"/>
              <a:ext cx="1371975" cy="896675"/>
            </a:xfrm>
            <a:prstGeom prst="rect">
              <a:avLst/>
            </a:prstGeom>
            <a:noFill/>
            <a:ln>
              <a:noFill/>
            </a:ln>
          </p:spPr>
        </p:pic>
        <p:pic>
          <p:nvPicPr>
            <p:cNvPr id="265" name="Google Shape;265;p10"/>
            <p:cNvPicPr preferRelativeResize="0"/>
            <p:nvPr/>
          </p:nvPicPr>
          <p:blipFill>
            <a:blip r:embed="rId2">
              <a:alphaModFix/>
            </a:blip>
            <a:stretch>
              <a:fillRect/>
            </a:stretch>
          </p:blipFill>
          <p:spPr>
            <a:xfrm>
              <a:off x="0" y="1373625"/>
              <a:ext cx="1371975" cy="896675"/>
            </a:xfrm>
            <a:prstGeom prst="rect">
              <a:avLst/>
            </a:prstGeom>
            <a:noFill/>
            <a:ln>
              <a:noFill/>
            </a:ln>
          </p:spPr>
        </p:pic>
        <p:pic>
          <p:nvPicPr>
            <p:cNvPr id="266" name="Google Shape;266;p10"/>
            <p:cNvPicPr preferRelativeResize="0"/>
            <p:nvPr/>
          </p:nvPicPr>
          <p:blipFill>
            <a:blip r:embed="rId2">
              <a:alphaModFix/>
            </a:blip>
            <a:stretch>
              <a:fillRect/>
            </a:stretch>
          </p:blipFill>
          <p:spPr>
            <a:xfrm>
              <a:off x="685975" y="687625"/>
              <a:ext cx="1371975" cy="896675"/>
            </a:xfrm>
            <a:prstGeom prst="rect">
              <a:avLst/>
            </a:prstGeom>
            <a:noFill/>
            <a:ln>
              <a:noFill/>
            </a:ln>
          </p:spPr>
        </p:pic>
        <p:grpSp>
          <p:nvGrpSpPr>
            <p:cNvPr id="267" name="Google Shape;267;p10"/>
            <p:cNvGrpSpPr/>
            <p:nvPr/>
          </p:nvGrpSpPr>
          <p:grpSpPr>
            <a:xfrm>
              <a:off x="0" y="0"/>
              <a:ext cx="3429750" cy="896675"/>
              <a:chOff x="0" y="0"/>
              <a:chExt cx="3429750" cy="896675"/>
            </a:xfrm>
          </p:grpSpPr>
          <p:pic>
            <p:nvPicPr>
              <p:cNvPr id="268" name="Google Shape;268;p10"/>
              <p:cNvPicPr preferRelativeResize="0"/>
              <p:nvPr/>
            </p:nvPicPr>
            <p:blipFill>
              <a:blip r:embed="rId2">
                <a:alphaModFix/>
              </a:blip>
              <a:stretch>
                <a:fillRect/>
              </a:stretch>
            </p:blipFill>
            <p:spPr>
              <a:xfrm>
                <a:off x="0" y="0"/>
                <a:ext cx="1371975" cy="896675"/>
              </a:xfrm>
              <a:prstGeom prst="rect">
                <a:avLst/>
              </a:prstGeom>
              <a:noFill/>
              <a:ln>
                <a:noFill/>
              </a:ln>
            </p:spPr>
          </p:pic>
          <p:pic>
            <p:nvPicPr>
              <p:cNvPr id="269" name="Google Shape;269;p10"/>
              <p:cNvPicPr preferRelativeResize="0"/>
              <p:nvPr/>
            </p:nvPicPr>
            <p:blipFill>
              <a:blip r:embed="rId2">
                <a:alphaModFix/>
              </a:blip>
              <a:stretch>
                <a:fillRect/>
              </a:stretch>
            </p:blipFill>
            <p:spPr>
              <a:xfrm>
                <a:off x="2057775" y="0"/>
                <a:ext cx="1371975" cy="896675"/>
              </a:xfrm>
              <a:prstGeom prst="rect">
                <a:avLst/>
              </a:prstGeom>
              <a:noFill/>
              <a:ln>
                <a:noFill/>
              </a:ln>
            </p:spPr>
          </p:pic>
        </p:grpSp>
      </p:grpSp>
      <p:grpSp>
        <p:nvGrpSpPr>
          <p:cNvPr id="270" name="Google Shape;270;p10"/>
          <p:cNvGrpSpPr/>
          <p:nvPr/>
        </p:nvGrpSpPr>
        <p:grpSpPr>
          <a:xfrm flipH="1">
            <a:off x="1" y="4127220"/>
            <a:ext cx="7316700" cy="3027067"/>
            <a:chOff x="2743750" y="2061250"/>
            <a:chExt cx="5487525" cy="2270300"/>
          </a:xfrm>
        </p:grpSpPr>
        <p:grpSp>
          <p:nvGrpSpPr>
            <p:cNvPr id="271" name="Google Shape;271;p10"/>
            <p:cNvGrpSpPr/>
            <p:nvPr/>
          </p:nvGrpSpPr>
          <p:grpSpPr>
            <a:xfrm>
              <a:off x="2743750" y="3434875"/>
              <a:ext cx="5487525" cy="896675"/>
              <a:chOff x="2057775" y="0"/>
              <a:chExt cx="5487525" cy="896675"/>
            </a:xfrm>
          </p:grpSpPr>
          <p:pic>
            <p:nvPicPr>
              <p:cNvPr id="272" name="Google Shape;272;p10"/>
              <p:cNvPicPr preferRelativeResize="0"/>
              <p:nvPr/>
            </p:nvPicPr>
            <p:blipFill>
              <a:blip r:embed="rId2">
                <a:alphaModFix/>
              </a:blip>
              <a:stretch>
                <a:fillRect/>
              </a:stretch>
            </p:blipFill>
            <p:spPr>
              <a:xfrm>
                <a:off x="2057775" y="0"/>
                <a:ext cx="1371975" cy="896675"/>
              </a:xfrm>
              <a:prstGeom prst="rect">
                <a:avLst/>
              </a:prstGeom>
              <a:noFill/>
              <a:ln>
                <a:noFill/>
              </a:ln>
            </p:spPr>
          </p:pic>
          <p:pic>
            <p:nvPicPr>
              <p:cNvPr id="273" name="Google Shape;273;p10"/>
              <p:cNvPicPr preferRelativeResize="0"/>
              <p:nvPr/>
            </p:nvPicPr>
            <p:blipFill>
              <a:blip r:embed="rId2">
                <a:alphaModFix/>
              </a:blip>
              <a:stretch>
                <a:fillRect/>
              </a:stretch>
            </p:blipFill>
            <p:spPr>
              <a:xfrm>
                <a:off x="4115550" y="0"/>
                <a:ext cx="1371975" cy="896675"/>
              </a:xfrm>
              <a:prstGeom prst="rect">
                <a:avLst/>
              </a:prstGeom>
              <a:noFill/>
              <a:ln>
                <a:noFill/>
              </a:ln>
            </p:spPr>
          </p:pic>
          <p:pic>
            <p:nvPicPr>
              <p:cNvPr id="274" name="Google Shape;274;p10"/>
              <p:cNvPicPr preferRelativeResize="0"/>
              <p:nvPr/>
            </p:nvPicPr>
            <p:blipFill>
              <a:blip r:embed="rId2">
                <a:alphaModFix/>
              </a:blip>
              <a:stretch>
                <a:fillRect/>
              </a:stretch>
            </p:blipFill>
            <p:spPr>
              <a:xfrm>
                <a:off x="6173325" y="0"/>
                <a:ext cx="1371975" cy="896675"/>
              </a:xfrm>
              <a:prstGeom prst="rect">
                <a:avLst/>
              </a:prstGeom>
              <a:noFill/>
              <a:ln>
                <a:noFill/>
              </a:ln>
            </p:spPr>
          </p:pic>
        </p:grpSp>
        <p:grpSp>
          <p:nvGrpSpPr>
            <p:cNvPr id="275" name="Google Shape;275;p10"/>
            <p:cNvGrpSpPr/>
            <p:nvPr/>
          </p:nvGrpSpPr>
          <p:grpSpPr>
            <a:xfrm>
              <a:off x="4115550" y="2747250"/>
              <a:ext cx="3429750" cy="896675"/>
              <a:chOff x="4115550" y="0"/>
              <a:chExt cx="3429750" cy="896675"/>
            </a:xfrm>
          </p:grpSpPr>
          <p:pic>
            <p:nvPicPr>
              <p:cNvPr id="276" name="Google Shape;276;p10"/>
              <p:cNvPicPr preferRelativeResize="0"/>
              <p:nvPr/>
            </p:nvPicPr>
            <p:blipFill>
              <a:blip r:embed="rId2">
                <a:alphaModFix/>
              </a:blip>
              <a:stretch>
                <a:fillRect/>
              </a:stretch>
            </p:blipFill>
            <p:spPr>
              <a:xfrm>
                <a:off x="4115550" y="0"/>
                <a:ext cx="1371975" cy="896675"/>
              </a:xfrm>
              <a:prstGeom prst="rect">
                <a:avLst/>
              </a:prstGeom>
              <a:noFill/>
              <a:ln>
                <a:noFill/>
              </a:ln>
            </p:spPr>
          </p:pic>
          <p:pic>
            <p:nvPicPr>
              <p:cNvPr id="277" name="Google Shape;277;p10"/>
              <p:cNvPicPr preferRelativeResize="0"/>
              <p:nvPr/>
            </p:nvPicPr>
            <p:blipFill>
              <a:blip r:embed="rId2">
                <a:alphaModFix/>
              </a:blip>
              <a:stretch>
                <a:fillRect/>
              </a:stretch>
            </p:blipFill>
            <p:spPr>
              <a:xfrm>
                <a:off x="6173325" y="0"/>
                <a:ext cx="1371975" cy="896675"/>
              </a:xfrm>
              <a:prstGeom prst="rect">
                <a:avLst/>
              </a:prstGeom>
              <a:noFill/>
              <a:ln>
                <a:noFill/>
              </a:ln>
            </p:spPr>
          </p:pic>
        </p:grpSp>
        <p:pic>
          <p:nvPicPr>
            <p:cNvPr id="278" name="Google Shape;278;p10"/>
            <p:cNvPicPr preferRelativeResize="0"/>
            <p:nvPr/>
          </p:nvPicPr>
          <p:blipFill>
            <a:blip r:embed="rId2">
              <a:alphaModFix/>
            </a:blip>
            <a:stretch>
              <a:fillRect/>
            </a:stretch>
          </p:blipFill>
          <p:spPr>
            <a:xfrm>
              <a:off x="6859300" y="2061250"/>
              <a:ext cx="1371975" cy="896675"/>
            </a:xfrm>
            <a:prstGeom prst="rect">
              <a:avLst/>
            </a:prstGeom>
            <a:noFill/>
            <a:ln>
              <a:noFill/>
            </a:ln>
          </p:spPr>
        </p:pic>
      </p:grpSp>
    </p:spTree>
    <p:extLst>
      <p:ext uri="{BB962C8B-B14F-4D97-AF65-F5344CB8AC3E}">
        <p14:creationId xmlns:p14="http://schemas.microsoft.com/office/powerpoint/2010/main" val="9393341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279"/>
        <p:cNvGrpSpPr/>
        <p:nvPr/>
      </p:nvGrpSpPr>
      <p:grpSpPr>
        <a:xfrm>
          <a:off x="0" y="0"/>
          <a:ext cx="0" cy="0"/>
          <a:chOff x="0" y="0"/>
          <a:chExt cx="0" cy="0"/>
        </a:xfrm>
      </p:grpSpPr>
      <p:sp>
        <p:nvSpPr>
          <p:cNvPr id="280" name="Google Shape;280;p11"/>
          <p:cNvSpPr txBox="1">
            <a:spLocks noGrp="1"/>
          </p:cNvSpPr>
          <p:nvPr>
            <p:ph type="sldNum" idx="12"/>
          </p:nvPr>
        </p:nvSpPr>
        <p:spPr>
          <a:xfrm>
            <a:off x="11639200" y="6312100"/>
            <a:ext cx="552800" cy="546000"/>
          </a:xfrm>
          <a:prstGeom prst="rect">
            <a:avLst/>
          </a:prstGeom>
        </p:spPr>
        <p:txBody>
          <a:bodyPr spcFirstLastPara="1" wrap="square" lIns="0" tIns="0" rIns="0" bIns="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2DD0220B-7B1B-4D87-8D28-280D010D0C9D}" type="slidenum">
              <a:rPr lang="en-IN" smtClean="0"/>
              <a:t>‹#›</a:t>
            </a:fld>
            <a:endParaRPr lang="en-IN"/>
          </a:p>
        </p:txBody>
      </p:sp>
      <p:grpSp>
        <p:nvGrpSpPr>
          <p:cNvPr id="281" name="Google Shape;281;p11"/>
          <p:cNvGrpSpPr/>
          <p:nvPr/>
        </p:nvGrpSpPr>
        <p:grpSpPr>
          <a:xfrm>
            <a:off x="-5" y="3657584"/>
            <a:ext cx="4248808" cy="3365507"/>
            <a:chOff x="4364071" y="-3213"/>
            <a:chExt cx="3186606" cy="2524130"/>
          </a:xfrm>
        </p:grpSpPr>
        <p:grpSp>
          <p:nvGrpSpPr>
            <p:cNvPr id="282" name="Google Shape;282;p11"/>
            <p:cNvGrpSpPr/>
            <p:nvPr/>
          </p:nvGrpSpPr>
          <p:grpSpPr>
            <a:xfrm flipH="1">
              <a:off x="4364072" y="2000218"/>
              <a:ext cx="3186606" cy="520699"/>
              <a:chOff x="2057775" y="0"/>
              <a:chExt cx="5487525" cy="896675"/>
            </a:xfrm>
          </p:grpSpPr>
          <p:pic>
            <p:nvPicPr>
              <p:cNvPr id="283" name="Google Shape;283;p11"/>
              <p:cNvPicPr preferRelativeResize="0"/>
              <p:nvPr/>
            </p:nvPicPr>
            <p:blipFill>
              <a:blip r:embed="rId2">
                <a:alphaModFix/>
              </a:blip>
              <a:stretch>
                <a:fillRect/>
              </a:stretch>
            </p:blipFill>
            <p:spPr>
              <a:xfrm>
                <a:off x="2057775" y="0"/>
                <a:ext cx="1371975" cy="896675"/>
              </a:xfrm>
              <a:prstGeom prst="rect">
                <a:avLst/>
              </a:prstGeom>
              <a:noFill/>
              <a:ln>
                <a:noFill/>
              </a:ln>
            </p:spPr>
          </p:pic>
          <p:pic>
            <p:nvPicPr>
              <p:cNvPr id="284" name="Google Shape;284;p11"/>
              <p:cNvPicPr preferRelativeResize="0"/>
              <p:nvPr/>
            </p:nvPicPr>
            <p:blipFill>
              <a:blip r:embed="rId2">
                <a:alphaModFix/>
              </a:blip>
              <a:stretch>
                <a:fillRect/>
              </a:stretch>
            </p:blipFill>
            <p:spPr>
              <a:xfrm>
                <a:off x="4115550" y="0"/>
                <a:ext cx="1371975" cy="896675"/>
              </a:xfrm>
              <a:prstGeom prst="rect">
                <a:avLst/>
              </a:prstGeom>
              <a:noFill/>
              <a:ln>
                <a:noFill/>
              </a:ln>
            </p:spPr>
          </p:pic>
          <p:pic>
            <p:nvPicPr>
              <p:cNvPr id="285" name="Google Shape;285;p11"/>
              <p:cNvPicPr preferRelativeResize="0"/>
              <p:nvPr/>
            </p:nvPicPr>
            <p:blipFill>
              <a:blip r:embed="rId2">
                <a:alphaModFix/>
              </a:blip>
              <a:stretch>
                <a:fillRect/>
              </a:stretch>
            </p:blipFill>
            <p:spPr>
              <a:xfrm>
                <a:off x="6173325" y="0"/>
                <a:ext cx="1371975" cy="896675"/>
              </a:xfrm>
              <a:prstGeom prst="rect">
                <a:avLst/>
              </a:prstGeom>
              <a:noFill/>
              <a:ln>
                <a:noFill/>
              </a:ln>
            </p:spPr>
          </p:pic>
        </p:grpSp>
        <p:grpSp>
          <p:nvGrpSpPr>
            <p:cNvPr id="286" name="Google Shape;286;p11"/>
            <p:cNvGrpSpPr/>
            <p:nvPr/>
          </p:nvGrpSpPr>
          <p:grpSpPr>
            <a:xfrm flipH="1">
              <a:off x="4762444" y="1600887"/>
              <a:ext cx="1991656" cy="520699"/>
              <a:chOff x="4115550" y="0"/>
              <a:chExt cx="3429750" cy="896675"/>
            </a:xfrm>
          </p:grpSpPr>
          <p:pic>
            <p:nvPicPr>
              <p:cNvPr id="287" name="Google Shape;287;p11"/>
              <p:cNvPicPr preferRelativeResize="0"/>
              <p:nvPr/>
            </p:nvPicPr>
            <p:blipFill>
              <a:blip r:embed="rId2">
                <a:alphaModFix/>
              </a:blip>
              <a:stretch>
                <a:fillRect/>
              </a:stretch>
            </p:blipFill>
            <p:spPr>
              <a:xfrm>
                <a:off x="4115550" y="0"/>
                <a:ext cx="1371975" cy="896675"/>
              </a:xfrm>
              <a:prstGeom prst="rect">
                <a:avLst/>
              </a:prstGeom>
              <a:noFill/>
              <a:ln>
                <a:noFill/>
              </a:ln>
            </p:spPr>
          </p:pic>
          <p:pic>
            <p:nvPicPr>
              <p:cNvPr id="288" name="Google Shape;288;p11"/>
              <p:cNvPicPr preferRelativeResize="0"/>
              <p:nvPr/>
            </p:nvPicPr>
            <p:blipFill>
              <a:blip r:embed="rId2">
                <a:alphaModFix/>
              </a:blip>
              <a:stretch>
                <a:fillRect/>
              </a:stretch>
            </p:blipFill>
            <p:spPr>
              <a:xfrm>
                <a:off x="6173325" y="0"/>
                <a:ext cx="1371975" cy="896675"/>
              </a:xfrm>
              <a:prstGeom prst="rect">
                <a:avLst/>
              </a:prstGeom>
              <a:noFill/>
              <a:ln>
                <a:noFill/>
              </a:ln>
            </p:spPr>
          </p:pic>
        </p:grpSp>
        <p:grpSp>
          <p:nvGrpSpPr>
            <p:cNvPr id="289" name="Google Shape;289;p11"/>
            <p:cNvGrpSpPr/>
            <p:nvPr/>
          </p:nvGrpSpPr>
          <p:grpSpPr>
            <a:xfrm flipH="1">
              <a:off x="4364072" y="1198193"/>
              <a:ext cx="1991656" cy="520699"/>
              <a:chOff x="4115550" y="0"/>
              <a:chExt cx="3429750" cy="896675"/>
            </a:xfrm>
          </p:grpSpPr>
          <p:pic>
            <p:nvPicPr>
              <p:cNvPr id="290" name="Google Shape;290;p11"/>
              <p:cNvPicPr preferRelativeResize="0"/>
              <p:nvPr/>
            </p:nvPicPr>
            <p:blipFill>
              <a:blip r:embed="rId2">
                <a:alphaModFix/>
              </a:blip>
              <a:stretch>
                <a:fillRect/>
              </a:stretch>
            </p:blipFill>
            <p:spPr>
              <a:xfrm>
                <a:off x="4115550" y="0"/>
                <a:ext cx="1371975" cy="896675"/>
              </a:xfrm>
              <a:prstGeom prst="rect">
                <a:avLst/>
              </a:prstGeom>
              <a:noFill/>
              <a:ln>
                <a:noFill/>
              </a:ln>
            </p:spPr>
          </p:pic>
          <p:pic>
            <p:nvPicPr>
              <p:cNvPr id="291" name="Google Shape;291;p11"/>
              <p:cNvPicPr preferRelativeResize="0"/>
              <p:nvPr/>
            </p:nvPicPr>
            <p:blipFill>
              <a:blip r:embed="rId2">
                <a:alphaModFix/>
              </a:blip>
              <a:stretch>
                <a:fillRect/>
              </a:stretch>
            </p:blipFill>
            <p:spPr>
              <a:xfrm>
                <a:off x="6173325" y="0"/>
                <a:ext cx="1371975" cy="896675"/>
              </a:xfrm>
              <a:prstGeom prst="rect">
                <a:avLst/>
              </a:prstGeom>
              <a:noFill/>
              <a:ln>
                <a:noFill/>
              </a:ln>
            </p:spPr>
          </p:pic>
        </p:grpSp>
        <p:pic>
          <p:nvPicPr>
            <p:cNvPr id="292" name="Google Shape;292;p11"/>
            <p:cNvPicPr preferRelativeResize="0"/>
            <p:nvPr/>
          </p:nvPicPr>
          <p:blipFill>
            <a:blip r:embed="rId2">
              <a:alphaModFix/>
            </a:blip>
            <a:stretch>
              <a:fillRect/>
            </a:stretch>
          </p:blipFill>
          <p:spPr>
            <a:xfrm flipH="1">
              <a:off x="4762444" y="798862"/>
              <a:ext cx="796706" cy="520699"/>
            </a:xfrm>
            <a:prstGeom prst="rect">
              <a:avLst/>
            </a:prstGeom>
            <a:noFill/>
            <a:ln>
              <a:noFill/>
            </a:ln>
          </p:spPr>
        </p:pic>
        <p:pic>
          <p:nvPicPr>
            <p:cNvPr id="293" name="Google Shape;293;p11"/>
            <p:cNvPicPr preferRelativeResize="0"/>
            <p:nvPr/>
          </p:nvPicPr>
          <p:blipFill>
            <a:blip r:embed="rId2">
              <a:alphaModFix/>
            </a:blip>
            <a:stretch>
              <a:fillRect/>
            </a:stretch>
          </p:blipFill>
          <p:spPr>
            <a:xfrm flipH="1">
              <a:off x="4364071" y="396118"/>
              <a:ext cx="796706" cy="520699"/>
            </a:xfrm>
            <a:prstGeom prst="rect">
              <a:avLst/>
            </a:prstGeom>
            <a:noFill/>
            <a:ln>
              <a:noFill/>
            </a:ln>
          </p:spPr>
        </p:pic>
        <p:pic>
          <p:nvPicPr>
            <p:cNvPr id="294" name="Google Shape;294;p11"/>
            <p:cNvPicPr preferRelativeResize="0"/>
            <p:nvPr/>
          </p:nvPicPr>
          <p:blipFill>
            <a:blip r:embed="rId2">
              <a:alphaModFix/>
            </a:blip>
            <a:stretch>
              <a:fillRect/>
            </a:stretch>
          </p:blipFill>
          <p:spPr>
            <a:xfrm flipH="1">
              <a:off x="4762444" y="-3213"/>
              <a:ext cx="796706" cy="520699"/>
            </a:xfrm>
            <a:prstGeom prst="rect">
              <a:avLst/>
            </a:prstGeom>
            <a:noFill/>
            <a:ln>
              <a:noFill/>
            </a:ln>
          </p:spPr>
        </p:pic>
      </p:grpSp>
      <p:grpSp>
        <p:nvGrpSpPr>
          <p:cNvPr id="295" name="Google Shape;295;p11"/>
          <p:cNvGrpSpPr/>
          <p:nvPr/>
        </p:nvGrpSpPr>
        <p:grpSpPr>
          <a:xfrm>
            <a:off x="7943192" y="-4283"/>
            <a:ext cx="4248808" cy="2833065"/>
            <a:chOff x="5957394" y="-3213"/>
            <a:chExt cx="3186606" cy="2124799"/>
          </a:xfrm>
        </p:grpSpPr>
        <p:grpSp>
          <p:nvGrpSpPr>
            <p:cNvPr id="296" name="Google Shape;296;p11"/>
            <p:cNvGrpSpPr/>
            <p:nvPr/>
          </p:nvGrpSpPr>
          <p:grpSpPr>
            <a:xfrm flipH="1">
              <a:off x="5957394" y="-3213"/>
              <a:ext cx="3186606" cy="520699"/>
              <a:chOff x="0" y="0"/>
              <a:chExt cx="5487525" cy="896675"/>
            </a:xfrm>
          </p:grpSpPr>
          <p:pic>
            <p:nvPicPr>
              <p:cNvPr id="297" name="Google Shape;297;p11"/>
              <p:cNvPicPr preferRelativeResize="0"/>
              <p:nvPr/>
            </p:nvPicPr>
            <p:blipFill>
              <a:blip r:embed="rId2">
                <a:alphaModFix/>
              </a:blip>
              <a:stretch>
                <a:fillRect/>
              </a:stretch>
            </p:blipFill>
            <p:spPr>
              <a:xfrm>
                <a:off x="0" y="0"/>
                <a:ext cx="1371975" cy="896675"/>
              </a:xfrm>
              <a:prstGeom prst="rect">
                <a:avLst/>
              </a:prstGeom>
              <a:noFill/>
              <a:ln>
                <a:noFill/>
              </a:ln>
            </p:spPr>
          </p:pic>
          <p:pic>
            <p:nvPicPr>
              <p:cNvPr id="298" name="Google Shape;298;p11"/>
              <p:cNvPicPr preferRelativeResize="0"/>
              <p:nvPr/>
            </p:nvPicPr>
            <p:blipFill>
              <a:blip r:embed="rId2">
                <a:alphaModFix/>
              </a:blip>
              <a:stretch>
                <a:fillRect/>
              </a:stretch>
            </p:blipFill>
            <p:spPr>
              <a:xfrm>
                <a:off x="2057775" y="0"/>
                <a:ext cx="1371975" cy="896675"/>
              </a:xfrm>
              <a:prstGeom prst="rect">
                <a:avLst/>
              </a:prstGeom>
              <a:noFill/>
              <a:ln>
                <a:noFill/>
              </a:ln>
            </p:spPr>
          </p:pic>
          <p:pic>
            <p:nvPicPr>
              <p:cNvPr id="299" name="Google Shape;299;p11"/>
              <p:cNvPicPr preferRelativeResize="0"/>
              <p:nvPr/>
            </p:nvPicPr>
            <p:blipFill>
              <a:blip r:embed="rId2">
                <a:alphaModFix/>
              </a:blip>
              <a:stretch>
                <a:fillRect/>
              </a:stretch>
            </p:blipFill>
            <p:spPr>
              <a:xfrm>
                <a:off x="4115550" y="0"/>
                <a:ext cx="1371975" cy="896675"/>
              </a:xfrm>
              <a:prstGeom prst="rect">
                <a:avLst/>
              </a:prstGeom>
              <a:noFill/>
              <a:ln>
                <a:noFill/>
              </a:ln>
            </p:spPr>
          </p:pic>
        </p:grpSp>
        <p:grpSp>
          <p:nvGrpSpPr>
            <p:cNvPr id="300" name="Google Shape;300;p11"/>
            <p:cNvGrpSpPr/>
            <p:nvPr/>
          </p:nvGrpSpPr>
          <p:grpSpPr>
            <a:xfrm flipH="1">
              <a:off x="6753972" y="396118"/>
              <a:ext cx="1991656" cy="520699"/>
              <a:chOff x="0" y="0"/>
              <a:chExt cx="3429750" cy="896675"/>
            </a:xfrm>
          </p:grpSpPr>
          <p:pic>
            <p:nvPicPr>
              <p:cNvPr id="301" name="Google Shape;301;p11"/>
              <p:cNvPicPr preferRelativeResize="0"/>
              <p:nvPr/>
            </p:nvPicPr>
            <p:blipFill>
              <a:blip r:embed="rId2">
                <a:alphaModFix/>
              </a:blip>
              <a:stretch>
                <a:fillRect/>
              </a:stretch>
            </p:blipFill>
            <p:spPr>
              <a:xfrm>
                <a:off x="0" y="0"/>
                <a:ext cx="1371975" cy="896675"/>
              </a:xfrm>
              <a:prstGeom prst="rect">
                <a:avLst/>
              </a:prstGeom>
              <a:noFill/>
              <a:ln>
                <a:noFill/>
              </a:ln>
            </p:spPr>
          </p:pic>
          <p:pic>
            <p:nvPicPr>
              <p:cNvPr id="302" name="Google Shape;302;p11"/>
              <p:cNvPicPr preferRelativeResize="0"/>
              <p:nvPr/>
            </p:nvPicPr>
            <p:blipFill>
              <a:blip r:embed="rId2">
                <a:alphaModFix/>
              </a:blip>
              <a:stretch>
                <a:fillRect/>
              </a:stretch>
            </p:blipFill>
            <p:spPr>
              <a:xfrm>
                <a:off x="2057775" y="0"/>
                <a:ext cx="1371975" cy="896675"/>
              </a:xfrm>
              <a:prstGeom prst="rect">
                <a:avLst/>
              </a:prstGeom>
              <a:noFill/>
              <a:ln>
                <a:noFill/>
              </a:ln>
            </p:spPr>
          </p:pic>
        </p:grpSp>
        <p:pic>
          <p:nvPicPr>
            <p:cNvPr id="303" name="Google Shape;303;p11"/>
            <p:cNvPicPr preferRelativeResize="0"/>
            <p:nvPr/>
          </p:nvPicPr>
          <p:blipFill>
            <a:blip r:embed="rId2">
              <a:alphaModFix/>
            </a:blip>
            <a:stretch>
              <a:fillRect/>
            </a:stretch>
          </p:blipFill>
          <p:spPr>
            <a:xfrm flipH="1">
              <a:off x="8347294" y="1600887"/>
              <a:ext cx="796706" cy="520699"/>
            </a:xfrm>
            <a:prstGeom prst="rect">
              <a:avLst/>
            </a:prstGeom>
            <a:noFill/>
            <a:ln>
              <a:noFill/>
            </a:ln>
          </p:spPr>
        </p:pic>
        <p:grpSp>
          <p:nvGrpSpPr>
            <p:cNvPr id="304" name="Google Shape;304;p11"/>
            <p:cNvGrpSpPr/>
            <p:nvPr/>
          </p:nvGrpSpPr>
          <p:grpSpPr>
            <a:xfrm flipH="1">
              <a:off x="7152344" y="798862"/>
              <a:ext cx="1991656" cy="520699"/>
              <a:chOff x="0" y="0"/>
              <a:chExt cx="3429750" cy="896675"/>
            </a:xfrm>
          </p:grpSpPr>
          <p:pic>
            <p:nvPicPr>
              <p:cNvPr id="305" name="Google Shape;305;p11"/>
              <p:cNvPicPr preferRelativeResize="0"/>
              <p:nvPr/>
            </p:nvPicPr>
            <p:blipFill>
              <a:blip r:embed="rId2">
                <a:alphaModFix/>
              </a:blip>
              <a:stretch>
                <a:fillRect/>
              </a:stretch>
            </p:blipFill>
            <p:spPr>
              <a:xfrm>
                <a:off x="0" y="0"/>
                <a:ext cx="1371975" cy="896675"/>
              </a:xfrm>
              <a:prstGeom prst="rect">
                <a:avLst/>
              </a:prstGeom>
              <a:noFill/>
              <a:ln>
                <a:noFill/>
              </a:ln>
            </p:spPr>
          </p:pic>
          <p:pic>
            <p:nvPicPr>
              <p:cNvPr id="306" name="Google Shape;306;p11"/>
              <p:cNvPicPr preferRelativeResize="0"/>
              <p:nvPr/>
            </p:nvPicPr>
            <p:blipFill>
              <a:blip r:embed="rId2">
                <a:alphaModFix/>
              </a:blip>
              <a:stretch>
                <a:fillRect/>
              </a:stretch>
            </p:blipFill>
            <p:spPr>
              <a:xfrm>
                <a:off x="2057775" y="0"/>
                <a:ext cx="1371975" cy="896675"/>
              </a:xfrm>
              <a:prstGeom prst="rect">
                <a:avLst/>
              </a:prstGeom>
              <a:noFill/>
              <a:ln>
                <a:noFill/>
              </a:ln>
            </p:spPr>
          </p:pic>
        </p:grpSp>
      </p:grpSp>
    </p:spTree>
    <p:extLst>
      <p:ext uri="{BB962C8B-B14F-4D97-AF65-F5344CB8AC3E}">
        <p14:creationId xmlns:p14="http://schemas.microsoft.com/office/powerpoint/2010/main" val="37995362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11C46A-9492-1B1F-85A9-D9B5F8762DE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13398E0-1452-FA61-462C-A6C2BF7ED0F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5C35CBD-DC47-64D8-0220-2BE62319B285}"/>
              </a:ext>
            </a:extLst>
          </p:cNvPr>
          <p:cNvSpPr>
            <a:spLocks noGrp="1"/>
          </p:cNvSpPr>
          <p:nvPr>
            <p:ph type="dt" sz="half" idx="10"/>
          </p:nvPr>
        </p:nvSpPr>
        <p:spPr/>
        <p:txBody>
          <a:bodyPr/>
          <a:lstStyle/>
          <a:p>
            <a:fld id="{9AEAE5B7-6BEE-4698-BD91-A8A27553C0EB}" type="datetimeFigureOut">
              <a:rPr lang="en-IN" smtClean="0"/>
              <a:t>26-10-2025</a:t>
            </a:fld>
            <a:endParaRPr lang="en-IN"/>
          </a:p>
        </p:txBody>
      </p:sp>
      <p:sp>
        <p:nvSpPr>
          <p:cNvPr id="5" name="Footer Placeholder 4">
            <a:extLst>
              <a:ext uri="{FF2B5EF4-FFF2-40B4-BE49-F238E27FC236}">
                <a16:creationId xmlns:a16="http://schemas.microsoft.com/office/drawing/2014/main" id="{C23FCB7B-9C19-446E-C3E0-1408BC9FBB8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BB231A7-0441-B92E-8EBD-9892A48EF68A}"/>
              </a:ext>
            </a:extLst>
          </p:cNvPr>
          <p:cNvSpPr>
            <a:spLocks noGrp="1"/>
          </p:cNvSpPr>
          <p:nvPr>
            <p:ph type="sldNum" sz="quarter" idx="12"/>
          </p:nvPr>
        </p:nvSpPr>
        <p:spPr/>
        <p:txBody>
          <a:bodyPr/>
          <a:lstStyle/>
          <a:p>
            <a:fld id="{2DD0220B-7B1B-4D87-8D28-280D010D0C9D}" type="slidenum">
              <a:rPr lang="en-IN" smtClean="0"/>
              <a:t>‹#›</a:t>
            </a:fld>
            <a:endParaRPr lang="en-IN"/>
          </a:p>
        </p:txBody>
      </p:sp>
    </p:spTree>
    <p:extLst>
      <p:ext uri="{BB962C8B-B14F-4D97-AF65-F5344CB8AC3E}">
        <p14:creationId xmlns:p14="http://schemas.microsoft.com/office/powerpoint/2010/main" val="4072429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chemeClr val="lt1"/>
            </a:gs>
            <a:gs pos="44000">
              <a:schemeClr val="lt2"/>
            </a:gs>
            <a:gs pos="72000">
              <a:schemeClr val="lt2"/>
            </a:gs>
            <a:gs pos="100000">
              <a:srgbClr val="D0D8E5"/>
            </a:gs>
          </a:gsLst>
          <a:path path="circle">
            <a:fillToRect r="100000" b="100000"/>
          </a:path>
          <a:tileRect l="-100000" t="-100000"/>
        </a:gra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1035267" y="536933"/>
            <a:ext cx="4783200" cy="1142400"/>
          </a:xfrm>
          <a:prstGeom prst="rect">
            <a:avLst/>
          </a:prstGeom>
          <a:noFill/>
          <a:ln>
            <a:noFill/>
          </a:ln>
        </p:spPr>
        <p:txBody>
          <a:bodyPr spcFirstLastPara="1" wrap="square" lIns="0" tIns="0" rIns="0" bIns="0" anchor="b" anchorCtr="0">
            <a:noAutofit/>
          </a:bodyPr>
          <a:lstStyle>
            <a:lvl1pPr lvl="0">
              <a:spcBef>
                <a:spcPts val="0"/>
              </a:spcBef>
              <a:spcAft>
                <a:spcPts val="0"/>
              </a:spcAft>
              <a:buClr>
                <a:schemeClr val="dk1"/>
              </a:buClr>
              <a:buSzPts val="1800"/>
              <a:buFont typeface="Poppins"/>
              <a:buNone/>
              <a:defRPr sz="1800" b="1">
                <a:solidFill>
                  <a:schemeClr val="dk1"/>
                </a:solidFill>
                <a:latin typeface="Poppins"/>
                <a:ea typeface="Poppins"/>
                <a:cs typeface="Poppins"/>
                <a:sym typeface="Poppins"/>
              </a:defRPr>
            </a:lvl1pPr>
            <a:lvl2pPr lvl="1">
              <a:spcBef>
                <a:spcPts val="0"/>
              </a:spcBef>
              <a:spcAft>
                <a:spcPts val="0"/>
              </a:spcAft>
              <a:buClr>
                <a:schemeClr val="dk1"/>
              </a:buClr>
              <a:buSzPts val="1800"/>
              <a:buFont typeface="Poppins"/>
              <a:buNone/>
              <a:defRPr sz="1800" b="1">
                <a:solidFill>
                  <a:schemeClr val="dk1"/>
                </a:solidFill>
                <a:latin typeface="Poppins"/>
                <a:ea typeface="Poppins"/>
                <a:cs typeface="Poppins"/>
                <a:sym typeface="Poppins"/>
              </a:defRPr>
            </a:lvl2pPr>
            <a:lvl3pPr lvl="2">
              <a:spcBef>
                <a:spcPts val="0"/>
              </a:spcBef>
              <a:spcAft>
                <a:spcPts val="0"/>
              </a:spcAft>
              <a:buClr>
                <a:schemeClr val="dk1"/>
              </a:buClr>
              <a:buSzPts val="1800"/>
              <a:buFont typeface="Poppins"/>
              <a:buNone/>
              <a:defRPr sz="1800" b="1">
                <a:solidFill>
                  <a:schemeClr val="dk1"/>
                </a:solidFill>
                <a:latin typeface="Poppins"/>
                <a:ea typeface="Poppins"/>
                <a:cs typeface="Poppins"/>
                <a:sym typeface="Poppins"/>
              </a:defRPr>
            </a:lvl3pPr>
            <a:lvl4pPr lvl="3">
              <a:spcBef>
                <a:spcPts val="0"/>
              </a:spcBef>
              <a:spcAft>
                <a:spcPts val="0"/>
              </a:spcAft>
              <a:buClr>
                <a:schemeClr val="dk1"/>
              </a:buClr>
              <a:buSzPts val="1800"/>
              <a:buFont typeface="Poppins"/>
              <a:buNone/>
              <a:defRPr sz="1800" b="1">
                <a:solidFill>
                  <a:schemeClr val="dk1"/>
                </a:solidFill>
                <a:latin typeface="Poppins"/>
                <a:ea typeface="Poppins"/>
                <a:cs typeface="Poppins"/>
                <a:sym typeface="Poppins"/>
              </a:defRPr>
            </a:lvl4pPr>
            <a:lvl5pPr lvl="4">
              <a:spcBef>
                <a:spcPts val="0"/>
              </a:spcBef>
              <a:spcAft>
                <a:spcPts val="0"/>
              </a:spcAft>
              <a:buClr>
                <a:schemeClr val="dk1"/>
              </a:buClr>
              <a:buSzPts val="1800"/>
              <a:buFont typeface="Poppins"/>
              <a:buNone/>
              <a:defRPr sz="1800" b="1">
                <a:solidFill>
                  <a:schemeClr val="dk1"/>
                </a:solidFill>
                <a:latin typeface="Poppins"/>
                <a:ea typeface="Poppins"/>
                <a:cs typeface="Poppins"/>
                <a:sym typeface="Poppins"/>
              </a:defRPr>
            </a:lvl5pPr>
            <a:lvl6pPr lvl="5">
              <a:spcBef>
                <a:spcPts val="0"/>
              </a:spcBef>
              <a:spcAft>
                <a:spcPts val="0"/>
              </a:spcAft>
              <a:buClr>
                <a:schemeClr val="dk1"/>
              </a:buClr>
              <a:buSzPts val="1800"/>
              <a:buFont typeface="Poppins"/>
              <a:buNone/>
              <a:defRPr sz="1800" b="1">
                <a:solidFill>
                  <a:schemeClr val="dk1"/>
                </a:solidFill>
                <a:latin typeface="Poppins"/>
                <a:ea typeface="Poppins"/>
                <a:cs typeface="Poppins"/>
                <a:sym typeface="Poppins"/>
              </a:defRPr>
            </a:lvl6pPr>
            <a:lvl7pPr lvl="6">
              <a:spcBef>
                <a:spcPts val="0"/>
              </a:spcBef>
              <a:spcAft>
                <a:spcPts val="0"/>
              </a:spcAft>
              <a:buClr>
                <a:schemeClr val="dk1"/>
              </a:buClr>
              <a:buSzPts val="1800"/>
              <a:buFont typeface="Poppins"/>
              <a:buNone/>
              <a:defRPr sz="1800" b="1">
                <a:solidFill>
                  <a:schemeClr val="dk1"/>
                </a:solidFill>
                <a:latin typeface="Poppins"/>
                <a:ea typeface="Poppins"/>
                <a:cs typeface="Poppins"/>
                <a:sym typeface="Poppins"/>
              </a:defRPr>
            </a:lvl7pPr>
            <a:lvl8pPr lvl="7">
              <a:spcBef>
                <a:spcPts val="0"/>
              </a:spcBef>
              <a:spcAft>
                <a:spcPts val="0"/>
              </a:spcAft>
              <a:buClr>
                <a:schemeClr val="dk1"/>
              </a:buClr>
              <a:buSzPts val="1800"/>
              <a:buFont typeface="Poppins"/>
              <a:buNone/>
              <a:defRPr sz="1800" b="1">
                <a:solidFill>
                  <a:schemeClr val="dk1"/>
                </a:solidFill>
                <a:latin typeface="Poppins"/>
                <a:ea typeface="Poppins"/>
                <a:cs typeface="Poppins"/>
                <a:sym typeface="Poppins"/>
              </a:defRPr>
            </a:lvl8pPr>
            <a:lvl9pPr lvl="8">
              <a:spcBef>
                <a:spcPts val="0"/>
              </a:spcBef>
              <a:spcAft>
                <a:spcPts val="0"/>
              </a:spcAft>
              <a:buClr>
                <a:schemeClr val="dk1"/>
              </a:buClr>
              <a:buSzPts val="1800"/>
              <a:buFont typeface="Poppins"/>
              <a:buNone/>
              <a:defRPr sz="1800" b="1">
                <a:solidFill>
                  <a:schemeClr val="dk1"/>
                </a:solidFill>
                <a:latin typeface="Poppins"/>
                <a:ea typeface="Poppins"/>
                <a:cs typeface="Poppins"/>
                <a:sym typeface="Poppins"/>
              </a:defRPr>
            </a:lvl9pPr>
          </a:lstStyle>
          <a:p>
            <a:endParaRPr/>
          </a:p>
        </p:txBody>
      </p:sp>
      <p:sp>
        <p:nvSpPr>
          <p:cNvPr id="7" name="Google Shape;7;p1"/>
          <p:cNvSpPr txBox="1">
            <a:spLocks noGrp="1"/>
          </p:cNvSpPr>
          <p:nvPr>
            <p:ph type="body" idx="1"/>
          </p:nvPr>
        </p:nvSpPr>
        <p:spPr>
          <a:xfrm>
            <a:off x="1035267" y="2032500"/>
            <a:ext cx="10121600" cy="3910000"/>
          </a:xfrm>
          <a:prstGeom prst="rect">
            <a:avLst/>
          </a:prstGeom>
          <a:noFill/>
          <a:ln>
            <a:noFill/>
          </a:ln>
        </p:spPr>
        <p:txBody>
          <a:bodyPr spcFirstLastPara="1" wrap="square" lIns="0" tIns="0" rIns="0" bIns="0" anchor="t" anchorCtr="0">
            <a:noAutofit/>
          </a:bodyPr>
          <a:lstStyle>
            <a:lvl1pPr marL="457200" lvl="0" indent="-355600">
              <a:lnSpc>
                <a:spcPct val="120000"/>
              </a:lnSpc>
              <a:spcBef>
                <a:spcPts val="600"/>
              </a:spcBef>
              <a:spcAft>
                <a:spcPts val="0"/>
              </a:spcAft>
              <a:buClr>
                <a:schemeClr val="accent6"/>
              </a:buClr>
              <a:buSzPts val="2000"/>
              <a:buFont typeface="Montserrat Light"/>
              <a:buChar char="❑"/>
              <a:defRPr sz="2000">
                <a:solidFill>
                  <a:schemeClr val="dk1"/>
                </a:solidFill>
                <a:latin typeface="Montserrat Light"/>
                <a:ea typeface="Montserrat Light"/>
                <a:cs typeface="Montserrat Light"/>
                <a:sym typeface="Montserrat Light"/>
              </a:defRPr>
            </a:lvl1pPr>
            <a:lvl2pPr marL="914400" lvl="1" indent="-355600">
              <a:lnSpc>
                <a:spcPct val="120000"/>
              </a:lnSpc>
              <a:spcBef>
                <a:spcPts val="600"/>
              </a:spcBef>
              <a:spcAft>
                <a:spcPts val="0"/>
              </a:spcAft>
              <a:buClr>
                <a:schemeClr val="accent6"/>
              </a:buClr>
              <a:buSzPts val="2000"/>
              <a:buFont typeface="Montserrat Light"/>
              <a:buChar char="❏"/>
              <a:defRPr sz="2000">
                <a:solidFill>
                  <a:schemeClr val="dk1"/>
                </a:solidFill>
                <a:latin typeface="Montserrat Light"/>
                <a:ea typeface="Montserrat Light"/>
                <a:cs typeface="Montserrat Light"/>
                <a:sym typeface="Montserrat Light"/>
              </a:defRPr>
            </a:lvl2pPr>
            <a:lvl3pPr marL="1371600" lvl="2" indent="-355600">
              <a:lnSpc>
                <a:spcPct val="120000"/>
              </a:lnSpc>
              <a:spcBef>
                <a:spcPts val="600"/>
              </a:spcBef>
              <a:spcAft>
                <a:spcPts val="0"/>
              </a:spcAft>
              <a:buClr>
                <a:schemeClr val="accent6"/>
              </a:buClr>
              <a:buSzPts val="2000"/>
              <a:buFont typeface="Montserrat Light"/>
              <a:buChar char="❏"/>
              <a:defRPr sz="2000">
                <a:solidFill>
                  <a:schemeClr val="dk1"/>
                </a:solidFill>
                <a:latin typeface="Montserrat Light"/>
                <a:ea typeface="Montserrat Light"/>
                <a:cs typeface="Montserrat Light"/>
                <a:sym typeface="Montserrat Light"/>
              </a:defRPr>
            </a:lvl3pPr>
            <a:lvl4pPr marL="1828800" lvl="3" indent="-355600">
              <a:lnSpc>
                <a:spcPct val="120000"/>
              </a:lnSpc>
              <a:spcBef>
                <a:spcPts val="600"/>
              </a:spcBef>
              <a:spcAft>
                <a:spcPts val="0"/>
              </a:spcAft>
              <a:buClr>
                <a:schemeClr val="accent6"/>
              </a:buClr>
              <a:buSzPts val="2000"/>
              <a:buFont typeface="Montserrat Light"/>
              <a:buChar char="❏"/>
              <a:defRPr sz="2000">
                <a:solidFill>
                  <a:schemeClr val="dk1"/>
                </a:solidFill>
                <a:latin typeface="Montserrat Light"/>
                <a:ea typeface="Montserrat Light"/>
                <a:cs typeface="Montserrat Light"/>
                <a:sym typeface="Montserrat Light"/>
              </a:defRPr>
            </a:lvl4pPr>
            <a:lvl5pPr marL="2286000" lvl="4" indent="-355600">
              <a:lnSpc>
                <a:spcPct val="120000"/>
              </a:lnSpc>
              <a:spcBef>
                <a:spcPts val="600"/>
              </a:spcBef>
              <a:spcAft>
                <a:spcPts val="0"/>
              </a:spcAft>
              <a:buClr>
                <a:schemeClr val="accent6"/>
              </a:buClr>
              <a:buSzPts val="2000"/>
              <a:buFont typeface="Montserrat Light"/>
              <a:buChar char="❏"/>
              <a:defRPr sz="2000">
                <a:solidFill>
                  <a:schemeClr val="dk1"/>
                </a:solidFill>
                <a:latin typeface="Montserrat Light"/>
                <a:ea typeface="Montserrat Light"/>
                <a:cs typeface="Montserrat Light"/>
                <a:sym typeface="Montserrat Light"/>
              </a:defRPr>
            </a:lvl5pPr>
            <a:lvl6pPr marL="2743200" lvl="5" indent="-355600">
              <a:lnSpc>
                <a:spcPct val="120000"/>
              </a:lnSpc>
              <a:spcBef>
                <a:spcPts val="600"/>
              </a:spcBef>
              <a:spcAft>
                <a:spcPts val="0"/>
              </a:spcAft>
              <a:buClr>
                <a:schemeClr val="accent6"/>
              </a:buClr>
              <a:buSzPts val="2000"/>
              <a:buFont typeface="Montserrat Light"/>
              <a:buChar char="❏"/>
              <a:defRPr sz="2000">
                <a:solidFill>
                  <a:schemeClr val="dk1"/>
                </a:solidFill>
                <a:latin typeface="Montserrat Light"/>
                <a:ea typeface="Montserrat Light"/>
                <a:cs typeface="Montserrat Light"/>
                <a:sym typeface="Montserrat Light"/>
              </a:defRPr>
            </a:lvl6pPr>
            <a:lvl7pPr marL="3200400" lvl="6" indent="-355600">
              <a:lnSpc>
                <a:spcPct val="120000"/>
              </a:lnSpc>
              <a:spcBef>
                <a:spcPts val="600"/>
              </a:spcBef>
              <a:spcAft>
                <a:spcPts val="0"/>
              </a:spcAft>
              <a:buClr>
                <a:schemeClr val="accent6"/>
              </a:buClr>
              <a:buSzPts val="2000"/>
              <a:buFont typeface="Montserrat Light"/>
              <a:buChar char="❏"/>
              <a:defRPr sz="2000">
                <a:solidFill>
                  <a:schemeClr val="dk1"/>
                </a:solidFill>
                <a:latin typeface="Montserrat Light"/>
                <a:ea typeface="Montserrat Light"/>
                <a:cs typeface="Montserrat Light"/>
                <a:sym typeface="Montserrat Light"/>
              </a:defRPr>
            </a:lvl7pPr>
            <a:lvl8pPr marL="3657600" lvl="7" indent="-355600">
              <a:lnSpc>
                <a:spcPct val="120000"/>
              </a:lnSpc>
              <a:spcBef>
                <a:spcPts val="600"/>
              </a:spcBef>
              <a:spcAft>
                <a:spcPts val="0"/>
              </a:spcAft>
              <a:buClr>
                <a:schemeClr val="accent6"/>
              </a:buClr>
              <a:buSzPts val="2000"/>
              <a:buFont typeface="Montserrat Light"/>
              <a:buChar char="❏"/>
              <a:defRPr sz="2000">
                <a:solidFill>
                  <a:schemeClr val="dk1"/>
                </a:solidFill>
                <a:latin typeface="Montserrat Light"/>
                <a:ea typeface="Montserrat Light"/>
                <a:cs typeface="Montserrat Light"/>
                <a:sym typeface="Montserrat Light"/>
              </a:defRPr>
            </a:lvl8pPr>
            <a:lvl9pPr marL="4114800" lvl="8" indent="-355600">
              <a:lnSpc>
                <a:spcPct val="120000"/>
              </a:lnSpc>
              <a:spcBef>
                <a:spcPts val="600"/>
              </a:spcBef>
              <a:spcAft>
                <a:spcPts val="0"/>
              </a:spcAft>
              <a:buClr>
                <a:schemeClr val="accent6"/>
              </a:buClr>
              <a:buSzPts val="2000"/>
              <a:buFont typeface="Montserrat Light"/>
              <a:buChar char="❏"/>
              <a:defRPr sz="2000">
                <a:solidFill>
                  <a:schemeClr val="dk1"/>
                </a:solidFill>
                <a:latin typeface="Montserrat Light"/>
                <a:ea typeface="Montserrat Light"/>
                <a:cs typeface="Montserrat Light"/>
                <a:sym typeface="Montserrat Light"/>
              </a:defRPr>
            </a:lvl9pPr>
          </a:lstStyle>
          <a:p>
            <a:endParaRPr/>
          </a:p>
        </p:txBody>
      </p:sp>
      <p:sp>
        <p:nvSpPr>
          <p:cNvPr id="8" name="Google Shape;8;p1"/>
          <p:cNvSpPr txBox="1">
            <a:spLocks noGrp="1"/>
          </p:cNvSpPr>
          <p:nvPr>
            <p:ph type="sldNum" idx="12"/>
          </p:nvPr>
        </p:nvSpPr>
        <p:spPr>
          <a:xfrm>
            <a:off x="11639200" y="6312100"/>
            <a:ext cx="552800" cy="546000"/>
          </a:xfrm>
          <a:prstGeom prst="rect">
            <a:avLst/>
          </a:prstGeom>
          <a:noFill/>
          <a:ln>
            <a:noFill/>
          </a:ln>
        </p:spPr>
        <p:txBody>
          <a:bodyPr spcFirstLastPara="1" wrap="square" lIns="0" tIns="0" rIns="0" bIns="0" anchor="ctr" anchorCtr="0">
            <a:noAutofit/>
          </a:bodyPr>
          <a:lstStyle>
            <a:lvl1pPr lvl="0" algn="ctr">
              <a:buNone/>
              <a:defRPr sz="1733">
                <a:solidFill>
                  <a:schemeClr val="dk2"/>
                </a:solidFill>
                <a:latin typeface="Montserrat Light"/>
                <a:ea typeface="Montserrat Light"/>
                <a:cs typeface="Montserrat Light"/>
                <a:sym typeface="Montserrat Light"/>
              </a:defRPr>
            </a:lvl1pPr>
            <a:lvl2pPr lvl="1" algn="ctr">
              <a:buNone/>
              <a:defRPr sz="1733">
                <a:solidFill>
                  <a:schemeClr val="dk2"/>
                </a:solidFill>
                <a:latin typeface="Montserrat Light"/>
                <a:ea typeface="Montserrat Light"/>
                <a:cs typeface="Montserrat Light"/>
                <a:sym typeface="Montserrat Light"/>
              </a:defRPr>
            </a:lvl2pPr>
            <a:lvl3pPr lvl="2" algn="ctr">
              <a:buNone/>
              <a:defRPr sz="1733">
                <a:solidFill>
                  <a:schemeClr val="dk2"/>
                </a:solidFill>
                <a:latin typeface="Montserrat Light"/>
                <a:ea typeface="Montserrat Light"/>
                <a:cs typeface="Montserrat Light"/>
                <a:sym typeface="Montserrat Light"/>
              </a:defRPr>
            </a:lvl3pPr>
            <a:lvl4pPr lvl="3" algn="ctr">
              <a:buNone/>
              <a:defRPr sz="1733">
                <a:solidFill>
                  <a:schemeClr val="dk2"/>
                </a:solidFill>
                <a:latin typeface="Montserrat Light"/>
                <a:ea typeface="Montserrat Light"/>
                <a:cs typeface="Montserrat Light"/>
                <a:sym typeface="Montserrat Light"/>
              </a:defRPr>
            </a:lvl4pPr>
            <a:lvl5pPr lvl="4" algn="ctr">
              <a:buNone/>
              <a:defRPr sz="1733">
                <a:solidFill>
                  <a:schemeClr val="dk2"/>
                </a:solidFill>
                <a:latin typeface="Montserrat Light"/>
                <a:ea typeface="Montserrat Light"/>
                <a:cs typeface="Montserrat Light"/>
                <a:sym typeface="Montserrat Light"/>
              </a:defRPr>
            </a:lvl5pPr>
            <a:lvl6pPr lvl="5" algn="ctr">
              <a:buNone/>
              <a:defRPr sz="1733">
                <a:solidFill>
                  <a:schemeClr val="dk2"/>
                </a:solidFill>
                <a:latin typeface="Montserrat Light"/>
                <a:ea typeface="Montserrat Light"/>
                <a:cs typeface="Montserrat Light"/>
                <a:sym typeface="Montserrat Light"/>
              </a:defRPr>
            </a:lvl6pPr>
            <a:lvl7pPr lvl="6" algn="ctr">
              <a:buNone/>
              <a:defRPr sz="1733">
                <a:solidFill>
                  <a:schemeClr val="dk2"/>
                </a:solidFill>
                <a:latin typeface="Montserrat Light"/>
                <a:ea typeface="Montserrat Light"/>
                <a:cs typeface="Montserrat Light"/>
                <a:sym typeface="Montserrat Light"/>
              </a:defRPr>
            </a:lvl7pPr>
            <a:lvl8pPr lvl="7" algn="ctr">
              <a:buNone/>
              <a:defRPr sz="1733">
                <a:solidFill>
                  <a:schemeClr val="dk2"/>
                </a:solidFill>
                <a:latin typeface="Montserrat Light"/>
                <a:ea typeface="Montserrat Light"/>
                <a:cs typeface="Montserrat Light"/>
                <a:sym typeface="Montserrat Light"/>
              </a:defRPr>
            </a:lvl8pPr>
            <a:lvl9pPr lvl="8" algn="ctr">
              <a:buNone/>
              <a:defRPr sz="1733">
                <a:solidFill>
                  <a:schemeClr val="dk2"/>
                </a:solidFill>
                <a:latin typeface="Montserrat Light"/>
                <a:ea typeface="Montserrat Light"/>
                <a:cs typeface="Montserrat Light"/>
                <a:sym typeface="Montserrat Light"/>
              </a:defRPr>
            </a:lvl9pPr>
          </a:lstStyle>
          <a:p>
            <a:fld id="{2DD0220B-7B1B-4D87-8D28-280D010D0C9D}" type="slidenum">
              <a:rPr lang="en-IN" smtClean="0"/>
              <a:t>‹#›</a:t>
            </a:fld>
            <a:endParaRPr lang="en-IN"/>
          </a:p>
        </p:txBody>
      </p:sp>
    </p:spTree>
    <p:extLst>
      <p:ext uri="{BB962C8B-B14F-4D97-AF65-F5344CB8AC3E}">
        <p14:creationId xmlns:p14="http://schemas.microsoft.com/office/powerpoint/2010/main" val="3941734338"/>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p:fade thruBlk="1"/>
  </p:transition>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11.svg"/><Relationship Id="rId2" Type="http://schemas.openxmlformats.org/officeDocument/2006/relationships/image" Target="../media/image6.png"/><Relationship Id="rId1" Type="http://schemas.openxmlformats.org/officeDocument/2006/relationships/slideLayout" Target="../slideLayouts/slideLayout4.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107838E2-2892-C41A-86B6-0F46B352E0DA}"/>
              </a:ext>
            </a:extLst>
          </p:cNvPr>
          <p:cNvSpPr/>
          <p:nvPr/>
        </p:nvSpPr>
        <p:spPr>
          <a:xfrm>
            <a:off x="2703500" y="3832193"/>
            <a:ext cx="4726000" cy="121778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748FB27F-A877-1BAF-0405-EE9B53C3FDB4}"/>
              </a:ext>
            </a:extLst>
          </p:cNvPr>
          <p:cNvSpPr>
            <a:spLocks noGrp="1"/>
          </p:cNvSpPr>
          <p:nvPr>
            <p:ph type="ctrTitle"/>
          </p:nvPr>
        </p:nvSpPr>
        <p:spPr/>
        <p:txBody>
          <a:bodyPr/>
          <a:lstStyle/>
          <a:p>
            <a:r>
              <a:rPr lang="en-US" sz="6600" dirty="0"/>
              <a:t>Maximizing Revenue For Drivers</a:t>
            </a:r>
            <a:endParaRPr lang="en-IN" sz="6600" dirty="0"/>
          </a:p>
        </p:txBody>
      </p:sp>
      <p:sp>
        <p:nvSpPr>
          <p:cNvPr id="4" name="Subtitle 3">
            <a:extLst>
              <a:ext uri="{FF2B5EF4-FFF2-40B4-BE49-F238E27FC236}">
                <a16:creationId xmlns:a16="http://schemas.microsoft.com/office/drawing/2014/main" id="{EBE5A829-DEA7-56A8-592C-C7328201F41D}"/>
              </a:ext>
            </a:extLst>
          </p:cNvPr>
          <p:cNvSpPr>
            <a:spLocks noGrp="1"/>
          </p:cNvSpPr>
          <p:nvPr>
            <p:ph type="subTitle" idx="1"/>
          </p:nvPr>
        </p:nvSpPr>
        <p:spPr>
          <a:xfrm>
            <a:off x="2795155" y="4116846"/>
            <a:ext cx="6932136" cy="1046400"/>
          </a:xfrm>
        </p:spPr>
        <p:txBody>
          <a:bodyPr/>
          <a:lstStyle/>
          <a:p>
            <a:r>
              <a:rPr lang="en-US" sz="2800" b="1" dirty="0">
                <a:solidFill>
                  <a:schemeClr val="tx2"/>
                </a:solidFill>
              </a:rPr>
              <a:t>Through Payment Type</a:t>
            </a:r>
            <a:endParaRPr lang="en-IN" sz="2800" b="1" dirty="0">
              <a:solidFill>
                <a:schemeClr val="tx2"/>
              </a:solidFill>
            </a:endParaRPr>
          </a:p>
        </p:txBody>
      </p:sp>
    </p:spTree>
    <p:extLst>
      <p:ext uri="{BB962C8B-B14F-4D97-AF65-F5344CB8AC3E}">
        <p14:creationId xmlns:p14="http://schemas.microsoft.com/office/powerpoint/2010/main" val="40612883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84A61D4-926E-A98F-61B4-D4A8EA4280BD}"/>
              </a:ext>
            </a:extLst>
          </p:cNvPr>
          <p:cNvSpPr>
            <a:spLocks noGrp="1"/>
          </p:cNvSpPr>
          <p:nvPr>
            <p:ph type="title"/>
          </p:nvPr>
        </p:nvSpPr>
        <p:spPr/>
        <p:txBody>
          <a:bodyPr/>
          <a:lstStyle/>
          <a:p>
            <a:r>
              <a:rPr lang="en-US" sz="4400" dirty="0"/>
              <a:t>Agenda</a:t>
            </a:r>
            <a:endParaRPr lang="en-IN" sz="4400" dirty="0"/>
          </a:p>
        </p:txBody>
      </p:sp>
      <p:sp>
        <p:nvSpPr>
          <p:cNvPr id="4" name="Text Placeholder 3">
            <a:extLst>
              <a:ext uri="{FF2B5EF4-FFF2-40B4-BE49-F238E27FC236}">
                <a16:creationId xmlns:a16="http://schemas.microsoft.com/office/drawing/2014/main" id="{DB03CF62-88FB-147F-4836-E40439CEC171}"/>
              </a:ext>
            </a:extLst>
          </p:cNvPr>
          <p:cNvSpPr>
            <a:spLocks noGrp="1"/>
          </p:cNvSpPr>
          <p:nvPr>
            <p:ph type="body" idx="1"/>
          </p:nvPr>
        </p:nvSpPr>
        <p:spPr/>
        <p:txBody>
          <a:bodyPr/>
          <a:lstStyle/>
          <a:p>
            <a:pPr>
              <a:buClr>
                <a:schemeClr val="accent1">
                  <a:lumMod val="50000"/>
                </a:schemeClr>
              </a:buClr>
              <a:buFont typeface="Wingdings" panose="05000000000000000000" pitchFamily="2" charset="2"/>
              <a:buChar char="Ø"/>
            </a:pPr>
            <a:r>
              <a:rPr lang="en-US" sz="2400" dirty="0">
                <a:latin typeface="Garamond" panose="02020404030301010803" pitchFamily="18" charset="0"/>
              </a:rPr>
              <a:t>Problem Statement</a:t>
            </a:r>
          </a:p>
          <a:p>
            <a:pPr>
              <a:buClr>
                <a:schemeClr val="accent1">
                  <a:lumMod val="50000"/>
                </a:schemeClr>
              </a:buClr>
              <a:buFont typeface="Wingdings" panose="05000000000000000000" pitchFamily="2" charset="2"/>
              <a:buChar char="Ø"/>
            </a:pPr>
            <a:r>
              <a:rPr lang="en-US" sz="2400" dirty="0">
                <a:latin typeface="Garamond" panose="02020404030301010803" pitchFamily="18" charset="0"/>
              </a:rPr>
              <a:t>Research Question</a:t>
            </a:r>
          </a:p>
          <a:p>
            <a:pPr>
              <a:buClr>
                <a:schemeClr val="accent1">
                  <a:lumMod val="50000"/>
                </a:schemeClr>
              </a:buClr>
              <a:buFont typeface="Wingdings" panose="05000000000000000000" pitchFamily="2" charset="2"/>
              <a:buChar char="Ø"/>
            </a:pPr>
            <a:r>
              <a:rPr lang="en-US" sz="2400" dirty="0">
                <a:latin typeface="Garamond" panose="02020404030301010803" pitchFamily="18" charset="0"/>
              </a:rPr>
              <a:t>Data Overview</a:t>
            </a:r>
          </a:p>
          <a:p>
            <a:pPr>
              <a:buClr>
                <a:schemeClr val="accent1">
                  <a:lumMod val="50000"/>
                </a:schemeClr>
              </a:buClr>
              <a:buFont typeface="Wingdings" panose="05000000000000000000" pitchFamily="2" charset="2"/>
              <a:buChar char="Ø"/>
            </a:pPr>
            <a:r>
              <a:rPr lang="en-US" sz="2400" dirty="0">
                <a:latin typeface="Garamond" panose="02020404030301010803" pitchFamily="18" charset="0"/>
              </a:rPr>
              <a:t>Methodology</a:t>
            </a:r>
          </a:p>
          <a:p>
            <a:pPr>
              <a:buClr>
                <a:schemeClr val="accent1">
                  <a:lumMod val="50000"/>
                </a:schemeClr>
              </a:buClr>
              <a:buFont typeface="Wingdings" panose="05000000000000000000" pitchFamily="2" charset="2"/>
              <a:buChar char="Ø"/>
            </a:pPr>
            <a:r>
              <a:rPr lang="en-US" sz="2400" dirty="0">
                <a:latin typeface="Garamond" panose="02020404030301010803" pitchFamily="18" charset="0"/>
              </a:rPr>
              <a:t>Analysis and Findings</a:t>
            </a:r>
          </a:p>
          <a:p>
            <a:pPr>
              <a:buClr>
                <a:schemeClr val="accent1">
                  <a:lumMod val="50000"/>
                </a:schemeClr>
              </a:buClr>
              <a:buFont typeface="Wingdings" panose="05000000000000000000" pitchFamily="2" charset="2"/>
              <a:buChar char="Ø"/>
            </a:pPr>
            <a:r>
              <a:rPr lang="en-US" sz="2400" dirty="0">
                <a:latin typeface="Garamond" panose="02020404030301010803" pitchFamily="18" charset="0"/>
              </a:rPr>
              <a:t>Hypothesis Testing</a:t>
            </a:r>
          </a:p>
          <a:p>
            <a:pPr>
              <a:buClr>
                <a:schemeClr val="accent1">
                  <a:lumMod val="50000"/>
                </a:schemeClr>
              </a:buClr>
              <a:buFont typeface="Wingdings" panose="05000000000000000000" pitchFamily="2" charset="2"/>
              <a:buChar char="Ø"/>
            </a:pPr>
            <a:r>
              <a:rPr lang="en-US" sz="2400" dirty="0">
                <a:latin typeface="Garamond" panose="02020404030301010803" pitchFamily="18" charset="0"/>
              </a:rPr>
              <a:t>Recommendations</a:t>
            </a:r>
          </a:p>
        </p:txBody>
      </p:sp>
    </p:spTree>
    <p:extLst>
      <p:ext uri="{BB962C8B-B14F-4D97-AF65-F5344CB8AC3E}">
        <p14:creationId xmlns:p14="http://schemas.microsoft.com/office/powerpoint/2010/main" val="21537657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9B648-97BB-E0EF-5482-CCD3284C21CA}"/>
              </a:ext>
            </a:extLst>
          </p:cNvPr>
          <p:cNvSpPr>
            <a:spLocks noGrp="1"/>
          </p:cNvSpPr>
          <p:nvPr>
            <p:ph type="title"/>
          </p:nvPr>
        </p:nvSpPr>
        <p:spPr/>
        <p:txBody>
          <a:bodyPr/>
          <a:lstStyle/>
          <a:p>
            <a:r>
              <a:rPr lang="en-US" sz="4400" dirty="0"/>
              <a:t>Problem Statement</a:t>
            </a:r>
            <a:endParaRPr lang="en-IN" sz="4400" dirty="0"/>
          </a:p>
        </p:txBody>
      </p:sp>
      <p:sp>
        <p:nvSpPr>
          <p:cNvPr id="3" name="Text Placeholder 2">
            <a:extLst>
              <a:ext uri="{FF2B5EF4-FFF2-40B4-BE49-F238E27FC236}">
                <a16:creationId xmlns:a16="http://schemas.microsoft.com/office/drawing/2014/main" id="{E1B59034-D913-26A3-E5C9-910CEA984419}"/>
              </a:ext>
            </a:extLst>
          </p:cNvPr>
          <p:cNvSpPr>
            <a:spLocks noGrp="1"/>
          </p:cNvSpPr>
          <p:nvPr>
            <p:ph type="body" idx="1"/>
          </p:nvPr>
        </p:nvSpPr>
        <p:spPr/>
        <p:txBody>
          <a:bodyPr/>
          <a:lstStyle/>
          <a:p>
            <a:pPr marL="135464" indent="0">
              <a:buNone/>
            </a:pPr>
            <a:r>
              <a:rPr lang="en-US" sz="2400" dirty="0">
                <a:latin typeface="Garamond" panose="02020404030301010803" pitchFamily="18" charset="0"/>
              </a:rPr>
              <a:t>In the fast-paced taxi booking sector, making the most of revenue is essential for long-term success and driver happiness. </a:t>
            </a:r>
          </a:p>
          <a:p>
            <a:pPr marL="135464" indent="0">
              <a:buNone/>
            </a:pPr>
            <a:r>
              <a:rPr lang="en-US" sz="2400" dirty="0">
                <a:latin typeface="Garamond" panose="02020404030301010803" pitchFamily="18" charset="0"/>
              </a:rPr>
              <a:t>Our goal is to use data-driven insights to maximize revenue streams for taxi drivers in order to meet this need. Our research aims to determine whether payment methods have an impact on fare pricing by focusing on the relationship between payment type and fare amount.</a:t>
            </a:r>
            <a:endParaRPr lang="en-IN" sz="2400" dirty="0">
              <a:latin typeface="Garamond" panose="02020404030301010803" pitchFamily="18" charset="0"/>
            </a:endParaRPr>
          </a:p>
        </p:txBody>
      </p:sp>
    </p:spTree>
    <p:extLst>
      <p:ext uri="{BB962C8B-B14F-4D97-AF65-F5344CB8AC3E}">
        <p14:creationId xmlns:p14="http://schemas.microsoft.com/office/powerpoint/2010/main" val="3946824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71EE45-746A-2C85-AF74-CABDDC6C09DB}"/>
              </a:ext>
            </a:extLst>
          </p:cNvPr>
          <p:cNvSpPr>
            <a:spLocks noGrp="1"/>
          </p:cNvSpPr>
          <p:nvPr>
            <p:ph type="title"/>
          </p:nvPr>
        </p:nvSpPr>
        <p:spPr>
          <a:xfrm>
            <a:off x="1035267" y="536933"/>
            <a:ext cx="7599578" cy="1142400"/>
          </a:xfrm>
        </p:spPr>
        <p:txBody>
          <a:bodyPr/>
          <a:lstStyle/>
          <a:p>
            <a:r>
              <a:rPr lang="en-US" sz="4000" dirty="0"/>
              <a:t>Research Question		</a:t>
            </a:r>
            <a:br>
              <a:rPr lang="en-US" sz="4000" dirty="0"/>
            </a:br>
            <a:endParaRPr lang="en-IN" sz="4000" dirty="0"/>
          </a:p>
        </p:txBody>
      </p:sp>
      <p:sp>
        <p:nvSpPr>
          <p:cNvPr id="3" name="Text Placeholder 2">
            <a:extLst>
              <a:ext uri="{FF2B5EF4-FFF2-40B4-BE49-F238E27FC236}">
                <a16:creationId xmlns:a16="http://schemas.microsoft.com/office/drawing/2014/main" id="{9FBEC5A9-2624-F8E9-59A6-E22694067E91}"/>
              </a:ext>
            </a:extLst>
          </p:cNvPr>
          <p:cNvSpPr>
            <a:spLocks noGrp="1"/>
          </p:cNvSpPr>
          <p:nvPr>
            <p:ph type="body" idx="1"/>
          </p:nvPr>
        </p:nvSpPr>
        <p:spPr/>
        <p:txBody>
          <a:bodyPr/>
          <a:lstStyle/>
          <a:p>
            <a:pPr marL="135464" indent="0">
              <a:buNone/>
            </a:pPr>
            <a:r>
              <a:rPr lang="en-US" sz="2400" b="1" dirty="0">
                <a:latin typeface="Garamond" panose="02020404030301010803" pitchFamily="18" charset="0"/>
              </a:rPr>
              <a:t>Is there a relationship between total fare amount and payment type ?</a:t>
            </a:r>
          </a:p>
          <a:p>
            <a:pPr marL="135464" indent="0">
              <a:buNone/>
            </a:pPr>
            <a:endParaRPr lang="en-US" sz="2400" b="1" dirty="0">
              <a:latin typeface="Garamond" panose="02020404030301010803" pitchFamily="18" charset="0"/>
            </a:endParaRPr>
          </a:p>
          <a:p>
            <a:pPr marL="135464" indent="0">
              <a:buNone/>
            </a:pPr>
            <a:r>
              <a:rPr lang="en-US" sz="2400" dirty="0">
                <a:latin typeface="Garamond" panose="02020404030301010803" pitchFamily="18" charset="0"/>
              </a:rPr>
              <a:t>Can we convince customers towards payment methods that generate higher revenue for drivers , without negatively impacting customer experience ?</a:t>
            </a:r>
          </a:p>
        </p:txBody>
      </p:sp>
    </p:spTree>
    <p:extLst>
      <p:ext uri="{BB962C8B-B14F-4D97-AF65-F5344CB8AC3E}">
        <p14:creationId xmlns:p14="http://schemas.microsoft.com/office/powerpoint/2010/main" val="31668581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887480-A044-CA71-32C3-FF6943A9E782}"/>
              </a:ext>
            </a:extLst>
          </p:cNvPr>
          <p:cNvSpPr>
            <a:spLocks noGrp="1"/>
          </p:cNvSpPr>
          <p:nvPr>
            <p:ph type="title"/>
          </p:nvPr>
        </p:nvSpPr>
        <p:spPr/>
        <p:txBody>
          <a:bodyPr/>
          <a:lstStyle/>
          <a:p>
            <a:r>
              <a:rPr lang="en-US" sz="4400" dirty="0"/>
              <a:t>Data Overview</a:t>
            </a:r>
            <a:endParaRPr lang="en-IN" sz="4400" dirty="0"/>
          </a:p>
        </p:txBody>
      </p:sp>
      <p:sp>
        <p:nvSpPr>
          <p:cNvPr id="7" name="Text Placeholder 6">
            <a:extLst>
              <a:ext uri="{FF2B5EF4-FFF2-40B4-BE49-F238E27FC236}">
                <a16:creationId xmlns:a16="http://schemas.microsoft.com/office/drawing/2014/main" id="{2C881470-8330-4C7C-4A49-E5D6B56DDA60}"/>
              </a:ext>
            </a:extLst>
          </p:cNvPr>
          <p:cNvSpPr>
            <a:spLocks noGrp="1"/>
          </p:cNvSpPr>
          <p:nvPr>
            <p:ph type="body" idx="1"/>
          </p:nvPr>
        </p:nvSpPr>
        <p:spPr/>
        <p:txBody>
          <a:bodyPr/>
          <a:lstStyle/>
          <a:p>
            <a:pPr>
              <a:buClr>
                <a:schemeClr val="tx1"/>
              </a:buClr>
              <a:buFont typeface="Arial" panose="020B0604020202020204" pitchFamily="34" charset="0"/>
              <a:buChar char="•"/>
            </a:pPr>
            <a:r>
              <a:rPr lang="en-US" sz="2400" b="1" dirty="0" err="1">
                <a:latin typeface="Garamond" panose="02020404030301010803" pitchFamily="18" charset="0"/>
              </a:rPr>
              <a:t>passenger_count</a:t>
            </a:r>
            <a:endParaRPr lang="en-US" sz="2400" b="1" dirty="0">
              <a:latin typeface="Garamond" panose="02020404030301010803" pitchFamily="18" charset="0"/>
            </a:endParaRPr>
          </a:p>
          <a:p>
            <a:pPr>
              <a:buClr>
                <a:schemeClr val="tx1"/>
              </a:buClr>
              <a:buFont typeface="Arial" panose="020B0604020202020204" pitchFamily="34" charset="0"/>
              <a:buChar char="•"/>
            </a:pPr>
            <a:r>
              <a:rPr lang="en-US" sz="2400" b="1" dirty="0" err="1">
                <a:latin typeface="Garamond" panose="02020404030301010803" pitchFamily="18" charset="0"/>
              </a:rPr>
              <a:t>payment_type</a:t>
            </a:r>
            <a:endParaRPr lang="en-US" sz="2400" b="1" dirty="0">
              <a:latin typeface="Garamond" panose="02020404030301010803" pitchFamily="18" charset="0"/>
            </a:endParaRPr>
          </a:p>
          <a:p>
            <a:pPr>
              <a:buClr>
                <a:schemeClr val="tx1"/>
              </a:buClr>
              <a:buFont typeface="Arial" panose="020B0604020202020204" pitchFamily="34" charset="0"/>
              <a:buChar char="•"/>
            </a:pPr>
            <a:r>
              <a:rPr lang="en-US" sz="2400" b="1" dirty="0" err="1">
                <a:latin typeface="Garamond" panose="02020404030301010803" pitchFamily="18" charset="0"/>
              </a:rPr>
              <a:t>fare_amount</a:t>
            </a:r>
            <a:endParaRPr lang="en-US" sz="2400" b="1" dirty="0">
              <a:latin typeface="Garamond" panose="02020404030301010803" pitchFamily="18" charset="0"/>
            </a:endParaRPr>
          </a:p>
          <a:p>
            <a:pPr>
              <a:buClr>
                <a:schemeClr val="tx1"/>
              </a:buClr>
              <a:buFont typeface="Arial" panose="020B0604020202020204" pitchFamily="34" charset="0"/>
              <a:buChar char="•"/>
            </a:pPr>
            <a:r>
              <a:rPr lang="en-US" sz="2400" b="1" dirty="0" err="1">
                <a:latin typeface="Garamond" panose="02020404030301010803" pitchFamily="18" charset="0"/>
              </a:rPr>
              <a:t>trip_distance</a:t>
            </a:r>
            <a:endParaRPr lang="en-US" sz="2400" b="1" dirty="0">
              <a:latin typeface="Garamond" panose="02020404030301010803" pitchFamily="18" charset="0"/>
            </a:endParaRPr>
          </a:p>
          <a:p>
            <a:pPr>
              <a:buClr>
                <a:schemeClr val="tx1"/>
              </a:buClr>
              <a:buFont typeface="Arial" panose="020B0604020202020204" pitchFamily="34" charset="0"/>
              <a:buChar char="•"/>
            </a:pPr>
            <a:r>
              <a:rPr lang="en-US" sz="2400" b="1" dirty="0">
                <a:latin typeface="Garamond" panose="02020404030301010803" pitchFamily="18" charset="0"/>
              </a:rPr>
              <a:t>duration</a:t>
            </a:r>
            <a:endParaRPr lang="en-IN" b="1" dirty="0">
              <a:latin typeface="Garamond" panose="02020404030301010803" pitchFamily="18" charset="0"/>
            </a:endParaRPr>
          </a:p>
        </p:txBody>
      </p:sp>
      <p:pic>
        <p:nvPicPr>
          <p:cNvPr id="6" name="Picture 5">
            <a:extLst>
              <a:ext uri="{FF2B5EF4-FFF2-40B4-BE49-F238E27FC236}">
                <a16:creationId xmlns:a16="http://schemas.microsoft.com/office/drawing/2014/main" id="{9393E0CD-803E-CF76-E6BB-3BD1FC7A64B1}"/>
              </a:ext>
            </a:extLst>
          </p:cNvPr>
          <p:cNvPicPr>
            <a:picLocks noChangeAspect="1"/>
          </p:cNvPicPr>
          <p:nvPr/>
        </p:nvPicPr>
        <p:blipFill>
          <a:blip r:embed="rId2"/>
          <a:stretch>
            <a:fillRect/>
          </a:stretch>
        </p:blipFill>
        <p:spPr>
          <a:xfrm>
            <a:off x="4759036" y="2166989"/>
            <a:ext cx="6546273" cy="2524021"/>
          </a:xfrm>
          <a:prstGeom prst="rect">
            <a:avLst/>
          </a:prstGeom>
        </p:spPr>
      </p:pic>
    </p:spTree>
    <p:extLst>
      <p:ext uri="{BB962C8B-B14F-4D97-AF65-F5344CB8AC3E}">
        <p14:creationId xmlns:p14="http://schemas.microsoft.com/office/powerpoint/2010/main" val="34710505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7C99E9-D886-477C-DEB6-4F2105755748}"/>
              </a:ext>
            </a:extLst>
          </p:cNvPr>
          <p:cNvSpPr>
            <a:spLocks noGrp="1"/>
          </p:cNvSpPr>
          <p:nvPr>
            <p:ph type="title"/>
          </p:nvPr>
        </p:nvSpPr>
        <p:spPr/>
        <p:txBody>
          <a:bodyPr/>
          <a:lstStyle/>
          <a:p>
            <a:r>
              <a:rPr lang="en-US" sz="4400" dirty="0"/>
              <a:t>Methodology</a:t>
            </a:r>
            <a:endParaRPr lang="en-IN" sz="4400" dirty="0"/>
          </a:p>
        </p:txBody>
      </p:sp>
      <p:sp>
        <p:nvSpPr>
          <p:cNvPr id="3" name="Text Placeholder 2">
            <a:extLst>
              <a:ext uri="{FF2B5EF4-FFF2-40B4-BE49-F238E27FC236}">
                <a16:creationId xmlns:a16="http://schemas.microsoft.com/office/drawing/2014/main" id="{9E7BF142-9082-C46A-4929-C65FA0CD2B39}"/>
              </a:ext>
            </a:extLst>
          </p:cNvPr>
          <p:cNvSpPr>
            <a:spLocks noGrp="1"/>
          </p:cNvSpPr>
          <p:nvPr>
            <p:ph type="body" idx="1"/>
          </p:nvPr>
        </p:nvSpPr>
        <p:spPr/>
        <p:txBody>
          <a:bodyPr/>
          <a:lstStyle/>
          <a:p>
            <a:pPr marL="135464" indent="0">
              <a:buNone/>
            </a:pPr>
            <a:endParaRPr lang="en-IN" dirty="0"/>
          </a:p>
        </p:txBody>
      </p:sp>
      <p:graphicFrame>
        <p:nvGraphicFramePr>
          <p:cNvPr id="5" name="Table 4">
            <a:extLst>
              <a:ext uri="{FF2B5EF4-FFF2-40B4-BE49-F238E27FC236}">
                <a16:creationId xmlns:a16="http://schemas.microsoft.com/office/drawing/2014/main" id="{3D196E0B-42DB-C6F9-02C1-2F09060EE66F}"/>
              </a:ext>
            </a:extLst>
          </p:cNvPr>
          <p:cNvGraphicFramePr>
            <a:graphicFrameLocks noGrp="1"/>
          </p:cNvGraphicFramePr>
          <p:nvPr>
            <p:extLst>
              <p:ext uri="{D42A27DB-BD31-4B8C-83A1-F6EECF244321}">
                <p14:modId xmlns:p14="http://schemas.microsoft.com/office/powerpoint/2010/main" val="3554003499"/>
              </p:ext>
            </p:extLst>
          </p:nvPr>
        </p:nvGraphicFramePr>
        <p:xfrm>
          <a:off x="1035133" y="2032500"/>
          <a:ext cx="10121600" cy="2834640"/>
        </p:xfrm>
        <a:graphic>
          <a:graphicData uri="http://schemas.openxmlformats.org/drawingml/2006/table">
            <a:tbl>
              <a:tblPr firstRow="1" bandRow="1">
                <a:tableStyleId>{5C22544A-7EE6-4342-B048-85BDC9FD1C3A}</a:tableStyleId>
              </a:tblPr>
              <a:tblGrid>
                <a:gridCol w="3256312">
                  <a:extLst>
                    <a:ext uri="{9D8B030D-6E8A-4147-A177-3AD203B41FA5}">
                      <a16:colId xmlns:a16="http://schemas.microsoft.com/office/drawing/2014/main" val="3198506622"/>
                    </a:ext>
                  </a:extLst>
                </a:gridCol>
                <a:gridCol w="6865288">
                  <a:extLst>
                    <a:ext uri="{9D8B030D-6E8A-4147-A177-3AD203B41FA5}">
                      <a16:colId xmlns:a16="http://schemas.microsoft.com/office/drawing/2014/main" val="4020949339"/>
                    </a:ext>
                  </a:extLst>
                </a:gridCol>
              </a:tblGrid>
              <a:tr h="370840">
                <a:tc>
                  <a:txBody>
                    <a:bodyPr/>
                    <a:lstStyle/>
                    <a:p>
                      <a:pPr algn="ctr"/>
                      <a:r>
                        <a:rPr lang="en-US" sz="2400" dirty="0">
                          <a:latin typeface="Garamond" panose="02020404030301010803" pitchFamily="18" charset="0"/>
                        </a:rPr>
                        <a:t>Step</a:t>
                      </a:r>
                      <a:endParaRPr lang="en-IN" sz="2400" dirty="0">
                        <a:latin typeface="Garamond" panose="02020404030301010803" pitchFamily="18" charset="0"/>
                      </a:endParaRPr>
                    </a:p>
                  </a:txBody>
                  <a:tcPr anchor="ctr"/>
                </a:tc>
                <a:tc>
                  <a:txBody>
                    <a:bodyPr/>
                    <a:lstStyle/>
                    <a:p>
                      <a:pPr algn="ctr"/>
                      <a:r>
                        <a:rPr lang="en-US" sz="2400" dirty="0">
                          <a:latin typeface="Garamond" panose="02020404030301010803" pitchFamily="18" charset="0"/>
                        </a:rPr>
                        <a:t>Description</a:t>
                      </a:r>
                      <a:endParaRPr lang="en-IN" sz="2400" dirty="0">
                        <a:latin typeface="Garamond" panose="02020404030301010803" pitchFamily="18" charset="0"/>
                      </a:endParaRPr>
                    </a:p>
                  </a:txBody>
                  <a:tcPr anchor="ctr"/>
                </a:tc>
                <a:extLst>
                  <a:ext uri="{0D108BD9-81ED-4DB2-BD59-A6C34878D82A}">
                    <a16:rowId xmlns:a16="http://schemas.microsoft.com/office/drawing/2014/main" val="245256593"/>
                  </a:ext>
                </a:extLst>
              </a:tr>
              <a:tr h="370840">
                <a:tc>
                  <a:txBody>
                    <a:bodyPr/>
                    <a:lstStyle/>
                    <a:p>
                      <a:pPr algn="ctr"/>
                      <a:r>
                        <a:rPr lang="en-US" sz="2400" dirty="0">
                          <a:latin typeface="Garamond" panose="02020404030301010803" pitchFamily="18" charset="0"/>
                        </a:rPr>
                        <a:t>Descriptive analysis</a:t>
                      </a:r>
                      <a:endParaRPr lang="en-IN" sz="2400" dirty="0">
                        <a:latin typeface="Garamond" panose="02020404030301010803" pitchFamily="18" charset="0"/>
                      </a:endParaRPr>
                    </a:p>
                  </a:txBody>
                  <a:tcPr anchor="ctr"/>
                </a:tc>
                <a:tc>
                  <a:txBody>
                    <a:bodyPr/>
                    <a:lstStyle/>
                    <a:p>
                      <a:pPr algn="ctr"/>
                      <a:r>
                        <a:rPr lang="en-US" sz="2400" dirty="0">
                          <a:latin typeface="Garamond" panose="02020404030301010803" pitchFamily="18" charset="0"/>
                        </a:rPr>
                        <a:t>Perform statistical analysis to summarize key aspects of the data, focusing on fare amounts and payment types.</a:t>
                      </a:r>
                      <a:endParaRPr lang="en-IN" sz="2400" dirty="0">
                        <a:latin typeface="Garamond" panose="02020404030301010803" pitchFamily="18" charset="0"/>
                      </a:endParaRPr>
                    </a:p>
                  </a:txBody>
                  <a:tcPr anchor="ctr"/>
                </a:tc>
                <a:extLst>
                  <a:ext uri="{0D108BD9-81ED-4DB2-BD59-A6C34878D82A}">
                    <a16:rowId xmlns:a16="http://schemas.microsoft.com/office/drawing/2014/main" val="51660631"/>
                  </a:ext>
                </a:extLst>
              </a:tr>
              <a:tr h="370840">
                <a:tc>
                  <a:txBody>
                    <a:bodyPr/>
                    <a:lstStyle/>
                    <a:p>
                      <a:pPr algn="ctr"/>
                      <a:r>
                        <a:rPr lang="en-US" sz="2400" dirty="0">
                          <a:latin typeface="Garamond" panose="02020404030301010803" pitchFamily="18" charset="0"/>
                        </a:rPr>
                        <a:t>Hypothesis testing</a:t>
                      </a:r>
                      <a:endParaRPr lang="en-IN" sz="2400" dirty="0">
                        <a:latin typeface="Garamond" panose="02020404030301010803" pitchFamily="18" charset="0"/>
                      </a:endParaRPr>
                    </a:p>
                  </a:txBody>
                  <a:tcPr anchor="ctr"/>
                </a:tc>
                <a:tc>
                  <a:txBody>
                    <a:bodyPr/>
                    <a:lstStyle/>
                    <a:p>
                      <a:pPr algn="ctr"/>
                      <a:r>
                        <a:rPr lang="en-US" sz="2400" dirty="0">
                          <a:latin typeface="Garamond" panose="02020404030301010803" pitchFamily="18" charset="0"/>
                        </a:rPr>
                        <a:t>Conducted  a T - test to evaluate the relationship between payment type and fare amount, testing the hypothesis that different payment methods influence fare amounts.</a:t>
                      </a:r>
                      <a:endParaRPr lang="en-IN" sz="2400" dirty="0">
                        <a:latin typeface="Garamond" panose="02020404030301010803" pitchFamily="18" charset="0"/>
                      </a:endParaRPr>
                    </a:p>
                  </a:txBody>
                  <a:tcPr anchor="ctr"/>
                </a:tc>
                <a:extLst>
                  <a:ext uri="{0D108BD9-81ED-4DB2-BD59-A6C34878D82A}">
                    <a16:rowId xmlns:a16="http://schemas.microsoft.com/office/drawing/2014/main" val="1578028689"/>
                  </a:ext>
                </a:extLst>
              </a:tr>
            </a:tbl>
          </a:graphicData>
        </a:graphic>
      </p:graphicFrame>
    </p:spTree>
    <p:extLst>
      <p:ext uri="{BB962C8B-B14F-4D97-AF65-F5344CB8AC3E}">
        <p14:creationId xmlns:p14="http://schemas.microsoft.com/office/powerpoint/2010/main" val="24316897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A42C0E-E376-FD09-45D0-DBA0C435192B}"/>
              </a:ext>
            </a:extLst>
          </p:cNvPr>
          <p:cNvSpPr>
            <a:spLocks noGrp="1"/>
          </p:cNvSpPr>
          <p:nvPr>
            <p:ph type="title"/>
          </p:nvPr>
        </p:nvSpPr>
        <p:spPr>
          <a:xfrm>
            <a:off x="1035267" y="536933"/>
            <a:ext cx="4783200" cy="378567"/>
          </a:xfrm>
        </p:spPr>
        <p:txBody>
          <a:bodyPr/>
          <a:lstStyle/>
          <a:p>
            <a:r>
              <a:rPr lang="en-US" sz="4400" dirty="0"/>
              <a:t>Key Insights</a:t>
            </a:r>
            <a:endParaRPr lang="en-IN" sz="4400" dirty="0"/>
          </a:p>
        </p:txBody>
      </p:sp>
      <p:sp>
        <p:nvSpPr>
          <p:cNvPr id="3" name="Text Placeholder 2">
            <a:extLst>
              <a:ext uri="{FF2B5EF4-FFF2-40B4-BE49-F238E27FC236}">
                <a16:creationId xmlns:a16="http://schemas.microsoft.com/office/drawing/2014/main" id="{5A4CAC25-27D8-3984-4968-544F3CE15222}"/>
              </a:ext>
            </a:extLst>
          </p:cNvPr>
          <p:cNvSpPr>
            <a:spLocks noGrp="1"/>
          </p:cNvSpPr>
          <p:nvPr>
            <p:ph type="body" idx="1"/>
          </p:nvPr>
        </p:nvSpPr>
        <p:spPr>
          <a:xfrm>
            <a:off x="1035267" y="1028700"/>
            <a:ext cx="10121600" cy="1132609"/>
          </a:xfrm>
        </p:spPr>
        <p:txBody>
          <a:bodyPr/>
          <a:lstStyle/>
          <a:p>
            <a:pPr>
              <a:buClr>
                <a:schemeClr val="tx1"/>
              </a:buClr>
              <a:buFont typeface="Arial" panose="020B0604020202020204" pitchFamily="34" charset="0"/>
              <a:buChar char="•"/>
            </a:pPr>
            <a:r>
              <a:rPr lang="en-US" sz="2400" dirty="0">
                <a:latin typeface="Garamond" panose="02020404030301010803" pitchFamily="18" charset="0"/>
              </a:rPr>
              <a:t>Customers paying with cards tend to have a slightly higher average trip distance and fare amount compared to those paying with cash.</a:t>
            </a:r>
          </a:p>
        </p:txBody>
      </p:sp>
      <p:sp>
        <p:nvSpPr>
          <p:cNvPr id="6" name="Rectangle: Rounded Corners 5">
            <a:extLst>
              <a:ext uri="{FF2B5EF4-FFF2-40B4-BE49-F238E27FC236}">
                <a16:creationId xmlns:a16="http://schemas.microsoft.com/office/drawing/2014/main" id="{4DDE8185-70DB-80F1-A6A9-2050A61294C1}"/>
              </a:ext>
            </a:extLst>
          </p:cNvPr>
          <p:cNvSpPr/>
          <p:nvPr/>
        </p:nvSpPr>
        <p:spPr>
          <a:xfrm>
            <a:off x="1035267" y="2202872"/>
            <a:ext cx="8836097" cy="3626428"/>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dirty="0"/>
          </a:p>
        </p:txBody>
      </p:sp>
      <p:pic>
        <p:nvPicPr>
          <p:cNvPr id="5" name="Picture 4">
            <a:extLst>
              <a:ext uri="{FF2B5EF4-FFF2-40B4-BE49-F238E27FC236}">
                <a16:creationId xmlns:a16="http://schemas.microsoft.com/office/drawing/2014/main" id="{103DC6C5-38D0-4749-FB78-9DCEE2E9B2C7}"/>
              </a:ext>
            </a:extLst>
          </p:cNvPr>
          <p:cNvPicPr>
            <a:picLocks noChangeAspect="1"/>
          </p:cNvPicPr>
          <p:nvPr/>
        </p:nvPicPr>
        <p:blipFill>
          <a:blip r:embed="rId2"/>
          <a:stretch>
            <a:fillRect/>
          </a:stretch>
        </p:blipFill>
        <p:spPr>
          <a:xfrm>
            <a:off x="1180162" y="2570052"/>
            <a:ext cx="8546306" cy="2892067"/>
          </a:xfrm>
          <a:prstGeom prst="rect">
            <a:avLst/>
          </a:prstGeom>
        </p:spPr>
      </p:pic>
      <p:sp>
        <p:nvSpPr>
          <p:cNvPr id="7" name="TextBox 6">
            <a:extLst>
              <a:ext uri="{FF2B5EF4-FFF2-40B4-BE49-F238E27FC236}">
                <a16:creationId xmlns:a16="http://schemas.microsoft.com/office/drawing/2014/main" id="{9D0F0CD3-E5EE-8712-21D6-067BF99EEA31}"/>
              </a:ext>
            </a:extLst>
          </p:cNvPr>
          <p:cNvSpPr txBox="1"/>
          <p:nvPr/>
        </p:nvSpPr>
        <p:spPr>
          <a:xfrm>
            <a:off x="1882306" y="2220712"/>
            <a:ext cx="3345873" cy="307777"/>
          </a:xfrm>
          <a:prstGeom prst="rect">
            <a:avLst/>
          </a:prstGeom>
          <a:noFill/>
        </p:spPr>
        <p:txBody>
          <a:bodyPr wrap="square" rtlCol="0">
            <a:spAutoFit/>
          </a:bodyPr>
          <a:lstStyle/>
          <a:p>
            <a:r>
              <a:rPr lang="en-US" b="1" dirty="0"/>
              <a:t>Fare Amount</a:t>
            </a:r>
            <a:endParaRPr lang="en-IN" b="1" dirty="0"/>
          </a:p>
        </p:txBody>
      </p:sp>
      <p:sp>
        <p:nvSpPr>
          <p:cNvPr id="8" name="TextBox 7">
            <a:extLst>
              <a:ext uri="{FF2B5EF4-FFF2-40B4-BE49-F238E27FC236}">
                <a16:creationId xmlns:a16="http://schemas.microsoft.com/office/drawing/2014/main" id="{9AE4789C-BEB0-37D3-5A30-09905E7AA2AA}"/>
              </a:ext>
            </a:extLst>
          </p:cNvPr>
          <p:cNvSpPr txBox="1"/>
          <p:nvPr/>
        </p:nvSpPr>
        <p:spPr>
          <a:xfrm>
            <a:off x="6075218" y="2262275"/>
            <a:ext cx="3345873" cy="307777"/>
          </a:xfrm>
          <a:prstGeom prst="rect">
            <a:avLst/>
          </a:prstGeom>
          <a:noFill/>
        </p:spPr>
        <p:txBody>
          <a:bodyPr wrap="square" rtlCol="0">
            <a:spAutoFit/>
          </a:bodyPr>
          <a:lstStyle/>
          <a:p>
            <a:r>
              <a:rPr lang="en-US" b="1" dirty="0"/>
              <a:t>Trip Distance</a:t>
            </a:r>
            <a:endParaRPr lang="en-IN" b="1" dirty="0"/>
          </a:p>
        </p:txBody>
      </p:sp>
    </p:spTree>
    <p:extLst>
      <p:ext uri="{BB962C8B-B14F-4D97-AF65-F5344CB8AC3E}">
        <p14:creationId xmlns:p14="http://schemas.microsoft.com/office/powerpoint/2010/main" val="6270488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C4EB2-1689-E6CE-8836-E61334EF2CA9}"/>
              </a:ext>
            </a:extLst>
          </p:cNvPr>
          <p:cNvSpPr>
            <a:spLocks noGrp="1"/>
          </p:cNvSpPr>
          <p:nvPr>
            <p:ph type="title"/>
          </p:nvPr>
        </p:nvSpPr>
        <p:spPr/>
        <p:txBody>
          <a:bodyPr/>
          <a:lstStyle/>
          <a:p>
            <a:r>
              <a:rPr lang="en-US" sz="4400" dirty="0"/>
              <a:t>Insight</a:t>
            </a:r>
            <a:endParaRPr lang="en-IN" sz="4400" dirty="0"/>
          </a:p>
        </p:txBody>
      </p:sp>
      <p:sp>
        <p:nvSpPr>
          <p:cNvPr id="3" name="Text Placeholder 2">
            <a:extLst>
              <a:ext uri="{FF2B5EF4-FFF2-40B4-BE49-F238E27FC236}">
                <a16:creationId xmlns:a16="http://schemas.microsoft.com/office/drawing/2014/main" id="{D305F4ED-F0E0-2EA7-859A-EE2E895A61E7}"/>
              </a:ext>
            </a:extLst>
          </p:cNvPr>
          <p:cNvSpPr>
            <a:spLocks noGrp="1"/>
          </p:cNvSpPr>
          <p:nvPr>
            <p:ph type="body" idx="1"/>
          </p:nvPr>
        </p:nvSpPr>
        <p:spPr>
          <a:xfrm>
            <a:off x="1035133" y="1876637"/>
            <a:ext cx="10121600" cy="3910000"/>
          </a:xfrm>
        </p:spPr>
        <p:txBody>
          <a:bodyPr/>
          <a:lstStyle/>
          <a:p>
            <a:pPr marL="135464" indent="0">
              <a:buNone/>
            </a:pPr>
            <a:r>
              <a:rPr lang="en-US" sz="2400" dirty="0">
                <a:latin typeface="Garamond" panose="02020404030301010803" pitchFamily="18" charset="0"/>
              </a:rPr>
              <a:t>The data indicates that customers prefer to pay more with cards when they have high fare amount and long trip distance.</a:t>
            </a:r>
            <a:endParaRPr lang="en-IN" sz="2400" dirty="0">
              <a:latin typeface="Garamond" panose="02020404030301010803" pitchFamily="18" charset="0"/>
            </a:endParaRPr>
          </a:p>
          <a:p>
            <a:endParaRPr lang="en-IN" sz="2400" dirty="0">
              <a:latin typeface="Garamond" panose="02020404030301010803" pitchFamily="18" charset="0"/>
            </a:endParaRPr>
          </a:p>
        </p:txBody>
      </p:sp>
      <p:graphicFrame>
        <p:nvGraphicFramePr>
          <p:cNvPr id="4" name="Table 3">
            <a:extLst>
              <a:ext uri="{FF2B5EF4-FFF2-40B4-BE49-F238E27FC236}">
                <a16:creationId xmlns:a16="http://schemas.microsoft.com/office/drawing/2014/main" id="{B0F70D32-7721-23D2-081C-12FCB754E923}"/>
              </a:ext>
            </a:extLst>
          </p:cNvPr>
          <p:cNvGraphicFramePr>
            <a:graphicFrameLocks noGrp="1"/>
          </p:cNvGraphicFramePr>
          <p:nvPr>
            <p:extLst>
              <p:ext uri="{D42A27DB-BD31-4B8C-83A1-F6EECF244321}">
                <p14:modId xmlns:p14="http://schemas.microsoft.com/office/powerpoint/2010/main" val="1824322616"/>
              </p:ext>
            </p:extLst>
          </p:nvPr>
        </p:nvGraphicFramePr>
        <p:xfrm>
          <a:off x="1035133" y="3286220"/>
          <a:ext cx="8128000" cy="2164463"/>
        </p:xfrm>
        <a:graphic>
          <a:graphicData uri="http://schemas.openxmlformats.org/drawingml/2006/table">
            <a:tbl>
              <a:tblPr firstRow="1">
                <a:tableStyleId>{10A1B5D5-9B99-4C35-A422-299274C87663}</a:tableStyleId>
              </a:tblPr>
              <a:tblGrid>
                <a:gridCol w="2032000">
                  <a:extLst>
                    <a:ext uri="{9D8B030D-6E8A-4147-A177-3AD203B41FA5}">
                      <a16:colId xmlns:a16="http://schemas.microsoft.com/office/drawing/2014/main" val="1854094148"/>
                    </a:ext>
                  </a:extLst>
                </a:gridCol>
                <a:gridCol w="2032000">
                  <a:extLst>
                    <a:ext uri="{9D8B030D-6E8A-4147-A177-3AD203B41FA5}">
                      <a16:colId xmlns:a16="http://schemas.microsoft.com/office/drawing/2014/main" val="1319121199"/>
                    </a:ext>
                  </a:extLst>
                </a:gridCol>
                <a:gridCol w="2032000">
                  <a:extLst>
                    <a:ext uri="{9D8B030D-6E8A-4147-A177-3AD203B41FA5}">
                      <a16:colId xmlns:a16="http://schemas.microsoft.com/office/drawing/2014/main" val="2048235053"/>
                    </a:ext>
                  </a:extLst>
                </a:gridCol>
                <a:gridCol w="2032000">
                  <a:extLst>
                    <a:ext uri="{9D8B030D-6E8A-4147-A177-3AD203B41FA5}">
                      <a16:colId xmlns:a16="http://schemas.microsoft.com/office/drawing/2014/main" val="1815841917"/>
                    </a:ext>
                  </a:extLst>
                </a:gridCol>
              </a:tblGrid>
              <a:tr h="370840">
                <a:tc>
                  <a:txBody>
                    <a:bodyPr/>
                    <a:lstStyle/>
                    <a:p>
                      <a:pPr algn="ctr"/>
                      <a:endParaRPr 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b="0" cap="none" spc="0" dirty="0">
                          <a:ln w="0"/>
                          <a:solidFill>
                            <a:schemeClr val="tx1"/>
                          </a:solidFill>
                          <a:effectLst>
                            <a:outerShdw blurRad="38100" dist="19050" dir="2700000" algn="tl" rotWithShape="0">
                              <a:schemeClr val="dk1">
                                <a:alpha val="40000"/>
                              </a:schemeClr>
                            </a:outerShdw>
                          </a:effectLst>
                        </a:rPr>
                        <a:t>Payment Type</a:t>
                      </a:r>
                      <a:endParaRPr lang="en-IN" b="0" cap="none" spc="0" dirty="0">
                        <a:ln w="0"/>
                        <a:solidFill>
                          <a:schemeClr val="tx1"/>
                        </a:solidFill>
                        <a:effectLst>
                          <a:outerShdw blurRad="38100" dist="19050" dir="2700000" algn="tl" rotWithShape="0">
                            <a:schemeClr val="dk1">
                              <a:alpha val="40000"/>
                            </a:schemeClr>
                          </a:outerShdw>
                        </a:effectLst>
                      </a:endParaRPr>
                    </a:p>
                  </a:txBody>
                  <a:tcPr anchor="ctr">
                    <a:lnL w="12700" cap="flat" cmpd="sng" algn="ctr">
                      <a:noFill/>
                      <a:prstDash val="solid"/>
                      <a:round/>
                      <a:headEnd type="none" w="med" len="med"/>
                      <a:tailEnd type="none" w="med" len="med"/>
                    </a:lnL>
                  </a:tcPr>
                </a:tc>
                <a:tc>
                  <a:txBody>
                    <a:bodyPr/>
                    <a:lstStyle/>
                    <a:p>
                      <a:pPr algn="ctr"/>
                      <a:r>
                        <a:rPr lang="en-US" b="0" cap="none" spc="0" dirty="0">
                          <a:ln w="0"/>
                          <a:solidFill>
                            <a:schemeClr val="tx1"/>
                          </a:solidFill>
                          <a:effectLst>
                            <a:outerShdw blurRad="38100" dist="19050" dir="2700000" algn="tl" rotWithShape="0">
                              <a:schemeClr val="dk1">
                                <a:alpha val="40000"/>
                              </a:schemeClr>
                            </a:outerShdw>
                          </a:effectLst>
                        </a:rPr>
                        <a:t>Mean</a:t>
                      </a:r>
                      <a:endParaRPr lang="en-IN" b="0" cap="none" spc="0" dirty="0">
                        <a:ln w="0"/>
                        <a:solidFill>
                          <a:schemeClr val="tx1"/>
                        </a:solidFill>
                        <a:effectLst>
                          <a:outerShdw blurRad="38100" dist="19050" dir="2700000" algn="tl" rotWithShape="0">
                            <a:schemeClr val="dk1">
                              <a:alpha val="40000"/>
                            </a:schemeClr>
                          </a:outerShdw>
                        </a:effectLst>
                      </a:endParaRPr>
                    </a:p>
                  </a:txBody>
                  <a:tcPr anchor="ctr"/>
                </a:tc>
                <a:tc>
                  <a:txBody>
                    <a:bodyPr/>
                    <a:lstStyle/>
                    <a:p>
                      <a:pPr algn="ctr"/>
                      <a:r>
                        <a:rPr lang="en-US" b="0" cap="none" spc="0" dirty="0">
                          <a:ln w="0"/>
                          <a:solidFill>
                            <a:schemeClr val="tx1"/>
                          </a:solidFill>
                          <a:effectLst>
                            <a:outerShdw blurRad="38100" dist="19050" dir="2700000" algn="tl" rotWithShape="0">
                              <a:schemeClr val="dk1">
                                <a:alpha val="40000"/>
                              </a:schemeClr>
                            </a:outerShdw>
                          </a:effectLst>
                        </a:rPr>
                        <a:t>Standard Deviation</a:t>
                      </a:r>
                      <a:endParaRPr lang="en-IN" b="0" cap="none" spc="0" dirty="0">
                        <a:ln w="0"/>
                        <a:solidFill>
                          <a:schemeClr val="tx1"/>
                        </a:solidFill>
                        <a:effectLst>
                          <a:outerShdw blurRad="38100" dist="19050" dir="2700000" algn="tl" rotWithShape="0">
                            <a:schemeClr val="dk1">
                              <a:alpha val="40000"/>
                            </a:schemeClr>
                          </a:outerShdw>
                        </a:effectLst>
                      </a:endParaRPr>
                    </a:p>
                  </a:txBody>
                  <a:tcPr anchor="ctr"/>
                </a:tc>
                <a:extLst>
                  <a:ext uri="{0D108BD9-81ED-4DB2-BD59-A6C34878D82A}">
                    <a16:rowId xmlns:a16="http://schemas.microsoft.com/office/drawing/2014/main" val="3678593547"/>
                  </a:ext>
                </a:extLst>
              </a:tr>
              <a:tr h="370840">
                <a:tc rowSpan="2">
                  <a:txBody>
                    <a:bodyPr/>
                    <a:lstStyle/>
                    <a:p>
                      <a:pPr algn="ctr"/>
                      <a:r>
                        <a:rPr lang="en-US" dirty="0"/>
                        <a:t>Fare Amount</a:t>
                      </a:r>
                      <a:endParaRPr lang="en-IN" dirty="0"/>
                    </a:p>
                  </a:txBody>
                  <a:tcPr anchor="ctr">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r>
                        <a:rPr lang="en-US" dirty="0"/>
                        <a:t>Card</a:t>
                      </a:r>
                      <a:endParaRPr lang="en-IN" dirty="0"/>
                    </a:p>
                  </a:txBody>
                  <a:tcPr anchor="ctr">
                    <a:lnL w="12700" cap="flat" cmpd="sng" algn="ctr">
                      <a:solidFill>
                        <a:schemeClr val="tx1"/>
                      </a:solidFill>
                      <a:prstDash val="solid"/>
                      <a:round/>
                      <a:headEnd type="none" w="med" len="med"/>
                      <a:tailEnd type="none" w="med" len="med"/>
                    </a:lnL>
                  </a:tcPr>
                </a:tc>
                <a:tc>
                  <a:txBody>
                    <a:bodyPr/>
                    <a:lstStyle/>
                    <a:p>
                      <a:pPr algn="ctr"/>
                      <a:r>
                        <a:rPr lang="en-IN" sz="1867" b="0" i="0" u="none" strike="noStrike" cap="none" dirty="0">
                          <a:solidFill>
                            <a:schemeClr val="dk1"/>
                          </a:solidFill>
                          <a:effectLst/>
                          <a:latin typeface="+mn-lt"/>
                          <a:ea typeface="+mn-ea"/>
                          <a:cs typeface="+mn-cs"/>
                          <a:sym typeface="Arial"/>
                        </a:rPr>
                        <a:t>13.1</a:t>
                      </a:r>
                      <a:endParaRPr lang="en-IN" dirty="0"/>
                    </a:p>
                  </a:txBody>
                  <a:tcPr anchor="ctr"/>
                </a:tc>
                <a:tc>
                  <a:txBody>
                    <a:bodyPr/>
                    <a:lstStyle/>
                    <a:p>
                      <a:pPr algn="ctr"/>
                      <a:r>
                        <a:rPr lang="en-IN" sz="1867" b="0" i="0" u="none" strike="noStrike" cap="none" dirty="0">
                          <a:solidFill>
                            <a:schemeClr val="dk1"/>
                          </a:solidFill>
                          <a:effectLst/>
                          <a:latin typeface="+mn-lt"/>
                          <a:ea typeface="+mn-ea"/>
                          <a:cs typeface="+mn-cs"/>
                          <a:sym typeface="Arial"/>
                        </a:rPr>
                        <a:t>5.84</a:t>
                      </a:r>
                      <a:endParaRPr lang="en-IN" dirty="0"/>
                    </a:p>
                  </a:txBody>
                  <a:tcPr anchor="ctr"/>
                </a:tc>
                <a:extLst>
                  <a:ext uri="{0D108BD9-81ED-4DB2-BD59-A6C34878D82A}">
                    <a16:rowId xmlns:a16="http://schemas.microsoft.com/office/drawing/2014/main" val="1056246063"/>
                  </a:ext>
                </a:extLst>
              </a:tr>
              <a:tr h="370840">
                <a:tc vMerge="1">
                  <a:txBody>
                    <a:bodyPr/>
                    <a:lstStyle/>
                    <a:p>
                      <a:endParaRPr lang="en-IN" dirty="0"/>
                    </a:p>
                  </a:txBody>
                  <a:tcPr/>
                </a:tc>
                <a:tc>
                  <a:txBody>
                    <a:bodyPr/>
                    <a:lstStyle/>
                    <a:p>
                      <a:pPr algn="ctr"/>
                      <a:r>
                        <a:rPr lang="en-US" dirty="0"/>
                        <a:t>Cash</a:t>
                      </a:r>
                      <a:endParaRPr lang="en-IN" dirty="0"/>
                    </a:p>
                  </a:txBody>
                  <a:tcPr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a:r>
                        <a:rPr lang="en-US" dirty="0"/>
                        <a:t>11.75</a:t>
                      </a:r>
                      <a:endParaRPr lang="en-IN" dirty="0"/>
                    </a:p>
                  </a:txBody>
                  <a:tcPr anchor="ctr">
                    <a:lnB w="12700" cap="flat" cmpd="sng" algn="ctr">
                      <a:solidFill>
                        <a:schemeClr val="tx1"/>
                      </a:solidFill>
                      <a:prstDash val="solid"/>
                      <a:round/>
                      <a:headEnd type="none" w="med" len="med"/>
                      <a:tailEnd type="none" w="med" len="med"/>
                    </a:lnB>
                  </a:tcPr>
                </a:tc>
                <a:tc>
                  <a:txBody>
                    <a:bodyPr/>
                    <a:lstStyle/>
                    <a:p>
                      <a:pPr algn="ctr"/>
                      <a:r>
                        <a:rPr lang="en-US" dirty="0"/>
                        <a:t>5.61</a:t>
                      </a:r>
                      <a:endParaRPr lang="en-IN" dirty="0"/>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01801044"/>
                  </a:ext>
                </a:extLst>
              </a:tr>
              <a:tr h="370840">
                <a:tc rowSpan="2">
                  <a:txBody>
                    <a:bodyPr/>
                    <a:lstStyle/>
                    <a:p>
                      <a:pPr algn="ctr"/>
                      <a:r>
                        <a:rPr lang="en-US" dirty="0"/>
                        <a:t>Trip distance</a:t>
                      </a:r>
                      <a:endParaRPr lang="en-IN" dirty="0"/>
                    </a:p>
                  </a:txBody>
                  <a:tcPr anchor="ctr">
                    <a:lnR w="12700" cap="flat" cmpd="sng" algn="ctr">
                      <a:solidFill>
                        <a:schemeClr val="tx1"/>
                      </a:solidFill>
                      <a:prstDash val="solid"/>
                      <a:round/>
                      <a:headEnd type="none" w="med" len="med"/>
                      <a:tailEnd type="none" w="med" len="med"/>
                    </a:lnR>
                  </a:tcPr>
                </a:tc>
                <a:tc>
                  <a:txBody>
                    <a:bodyPr/>
                    <a:lstStyle/>
                    <a:p>
                      <a:pPr algn="ctr"/>
                      <a:r>
                        <a:rPr lang="en-US" dirty="0"/>
                        <a:t>Card</a:t>
                      </a:r>
                      <a:endParaRPr lang="en-IN" dirty="0"/>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a:r>
                        <a:rPr lang="en-US" dirty="0"/>
                        <a:t>2.99</a:t>
                      </a:r>
                      <a:endParaRPr lang="en-IN" dirty="0"/>
                    </a:p>
                  </a:txBody>
                  <a:tcPr anchor="ctr">
                    <a:lnT w="12700" cap="flat" cmpd="sng" algn="ctr">
                      <a:solidFill>
                        <a:schemeClr val="tx1"/>
                      </a:solidFill>
                      <a:prstDash val="solid"/>
                      <a:round/>
                      <a:headEnd type="none" w="med" len="med"/>
                      <a:tailEnd type="none" w="med" len="med"/>
                    </a:lnT>
                  </a:tcPr>
                </a:tc>
                <a:tc>
                  <a:txBody>
                    <a:bodyPr/>
                    <a:lstStyle/>
                    <a:p>
                      <a:pPr algn="ctr"/>
                      <a:r>
                        <a:rPr lang="en-US" dirty="0"/>
                        <a:t>1.99</a:t>
                      </a:r>
                      <a:endParaRPr lang="en-IN" dirty="0"/>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595529733"/>
                  </a:ext>
                </a:extLst>
              </a:tr>
              <a:tr h="370840">
                <a:tc vMerge="1">
                  <a:txBody>
                    <a:bodyPr/>
                    <a:lstStyle/>
                    <a:p>
                      <a:pPr algn="ctr"/>
                      <a:endParaRPr lang="en-IN" dirty="0"/>
                    </a:p>
                  </a:txBody>
                  <a:tcPr anchor="ctr"/>
                </a:tc>
                <a:tc>
                  <a:txBody>
                    <a:bodyPr/>
                    <a:lstStyle/>
                    <a:p>
                      <a:pPr algn="ctr"/>
                      <a:r>
                        <a:rPr lang="en-US" dirty="0"/>
                        <a:t>Cash</a:t>
                      </a:r>
                      <a:endParaRPr lang="en-IN" dirty="0"/>
                    </a:p>
                  </a:txBody>
                  <a:tcPr anchor="ctr">
                    <a:lnL w="12700" cap="flat" cmpd="sng" algn="ctr">
                      <a:solidFill>
                        <a:schemeClr val="tx1"/>
                      </a:solidFill>
                      <a:prstDash val="solid"/>
                      <a:round/>
                      <a:headEnd type="none" w="med" len="med"/>
                      <a:tailEnd type="none" w="med" len="med"/>
                    </a:lnL>
                  </a:tcPr>
                </a:tc>
                <a:tc>
                  <a:txBody>
                    <a:bodyPr/>
                    <a:lstStyle/>
                    <a:p>
                      <a:pPr algn="ctr"/>
                      <a:r>
                        <a:rPr lang="en-US" dirty="0"/>
                        <a:t>2.60</a:t>
                      </a:r>
                      <a:endParaRPr lang="en-IN" dirty="0"/>
                    </a:p>
                  </a:txBody>
                  <a:tcPr anchor="ctr"/>
                </a:tc>
                <a:tc>
                  <a:txBody>
                    <a:bodyPr/>
                    <a:lstStyle/>
                    <a:p>
                      <a:pPr algn="ctr"/>
                      <a:r>
                        <a:rPr lang="en-US" dirty="0"/>
                        <a:t>1.91</a:t>
                      </a:r>
                      <a:endParaRPr lang="en-IN" dirty="0"/>
                    </a:p>
                  </a:txBody>
                  <a:tcPr anchor="ctr"/>
                </a:tc>
                <a:extLst>
                  <a:ext uri="{0D108BD9-81ED-4DB2-BD59-A6C34878D82A}">
                    <a16:rowId xmlns:a16="http://schemas.microsoft.com/office/drawing/2014/main" val="2091146035"/>
                  </a:ext>
                </a:extLst>
              </a:tr>
            </a:tbl>
          </a:graphicData>
        </a:graphic>
      </p:graphicFrame>
    </p:spTree>
    <p:extLst>
      <p:ext uri="{BB962C8B-B14F-4D97-AF65-F5344CB8AC3E}">
        <p14:creationId xmlns:p14="http://schemas.microsoft.com/office/powerpoint/2010/main" val="6784652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54BD28-9DB4-5EDB-431E-FB73E224C95B}"/>
              </a:ext>
            </a:extLst>
          </p:cNvPr>
          <p:cNvSpPr>
            <a:spLocks noGrp="1"/>
          </p:cNvSpPr>
          <p:nvPr>
            <p:ph type="title"/>
          </p:nvPr>
        </p:nvSpPr>
        <p:spPr>
          <a:xfrm>
            <a:off x="1035267" y="536933"/>
            <a:ext cx="7703488" cy="1142400"/>
          </a:xfrm>
        </p:spPr>
        <p:txBody>
          <a:bodyPr/>
          <a:lstStyle/>
          <a:p>
            <a:r>
              <a:rPr lang="en-US" sz="4400" dirty="0"/>
              <a:t>Preference Of Payment Types</a:t>
            </a:r>
            <a:endParaRPr lang="en-IN" sz="4400" dirty="0"/>
          </a:p>
        </p:txBody>
      </p:sp>
      <p:sp>
        <p:nvSpPr>
          <p:cNvPr id="3" name="Text Placeholder 2">
            <a:extLst>
              <a:ext uri="{FF2B5EF4-FFF2-40B4-BE49-F238E27FC236}">
                <a16:creationId xmlns:a16="http://schemas.microsoft.com/office/drawing/2014/main" id="{1D6A44BF-E363-F1FB-E98A-DC5EC1C20690}"/>
              </a:ext>
            </a:extLst>
          </p:cNvPr>
          <p:cNvSpPr>
            <a:spLocks noGrp="1"/>
          </p:cNvSpPr>
          <p:nvPr>
            <p:ph type="body" idx="1"/>
          </p:nvPr>
        </p:nvSpPr>
        <p:spPr>
          <a:xfrm>
            <a:off x="1035268" y="2032500"/>
            <a:ext cx="5739606" cy="3910000"/>
          </a:xfrm>
        </p:spPr>
        <p:txBody>
          <a:bodyPr/>
          <a:lstStyle/>
          <a:p>
            <a:pPr>
              <a:buClrTx/>
              <a:buFont typeface="Arial" panose="020B0604020202020204" pitchFamily="34" charset="0"/>
              <a:buChar char="•"/>
            </a:pPr>
            <a:r>
              <a:rPr lang="en-US" sz="2400" dirty="0">
                <a:latin typeface="Garamond" panose="02020404030301010803" pitchFamily="18" charset="0"/>
              </a:rPr>
              <a:t>The proportion of customers paying with cards is significantly higher than those paying with cash, with cards payments accounting for 67.5% of all transactions compared to cash payments at 32.5%.</a:t>
            </a:r>
          </a:p>
          <a:p>
            <a:pPr>
              <a:buClrTx/>
              <a:buFont typeface="Arial" panose="020B0604020202020204" pitchFamily="34" charset="0"/>
              <a:buChar char="•"/>
            </a:pPr>
            <a:r>
              <a:rPr lang="en-US" sz="2400" dirty="0">
                <a:latin typeface="Garamond" panose="02020404030301010803" pitchFamily="18" charset="0"/>
              </a:rPr>
              <a:t>This indicates a strong preference among customers for using card payments over cash, potentially due to convenience,  security or incentives offered for card transactions.</a:t>
            </a:r>
            <a:endParaRPr lang="en-IN" sz="2400" dirty="0">
              <a:latin typeface="Garamond" panose="02020404030301010803" pitchFamily="18" charset="0"/>
            </a:endParaRPr>
          </a:p>
        </p:txBody>
      </p:sp>
      <p:pic>
        <p:nvPicPr>
          <p:cNvPr id="5" name="Picture 4">
            <a:extLst>
              <a:ext uri="{FF2B5EF4-FFF2-40B4-BE49-F238E27FC236}">
                <a16:creationId xmlns:a16="http://schemas.microsoft.com/office/drawing/2014/main" id="{2FF54A76-1A40-84DF-5CFA-6156A065903A}"/>
              </a:ext>
            </a:extLst>
          </p:cNvPr>
          <p:cNvPicPr>
            <a:picLocks noChangeAspect="1"/>
          </p:cNvPicPr>
          <p:nvPr/>
        </p:nvPicPr>
        <p:blipFill>
          <a:blip r:embed="rId2"/>
          <a:stretch>
            <a:fillRect/>
          </a:stretch>
        </p:blipFill>
        <p:spPr>
          <a:xfrm>
            <a:off x="7304809" y="1679334"/>
            <a:ext cx="4738255" cy="4472084"/>
          </a:xfrm>
          <a:prstGeom prst="rect">
            <a:avLst/>
          </a:prstGeom>
          <a:ln>
            <a:noFill/>
          </a:ln>
          <a:effectLst>
            <a:softEdge rad="112500"/>
          </a:effectLst>
        </p:spPr>
      </p:pic>
    </p:spTree>
    <p:extLst>
      <p:ext uri="{BB962C8B-B14F-4D97-AF65-F5344CB8AC3E}">
        <p14:creationId xmlns:p14="http://schemas.microsoft.com/office/powerpoint/2010/main" val="26658361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FE32A-7148-0F34-DB69-0B39A010AEA6}"/>
              </a:ext>
            </a:extLst>
          </p:cNvPr>
          <p:cNvSpPr>
            <a:spLocks noGrp="1"/>
          </p:cNvSpPr>
          <p:nvPr>
            <p:ph type="title"/>
          </p:nvPr>
        </p:nvSpPr>
        <p:spPr>
          <a:xfrm>
            <a:off x="1035267" y="158802"/>
            <a:ext cx="4783200" cy="378567"/>
          </a:xfrm>
        </p:spPr>
        <p:txBody>
          <a:bodyPr/>
          <a:lstStyle/>
          <a:p>
            <a:r>
              <a:rPr lang="en-US" sz="2800" dirty="0"/>
              <a:t>Passenger Count Analysis</a:t>
            </a:r>
            <a:endParaRPr lang="en-IN" sz="2800" dirty="0"/>
          </a:p>
        </p:txBody>
      </p:sp>
      <p:sp>
        <p:nvSpPr>
          <p:cNvPr id="3" name="Text Placeholder 2">
            <a:extLst>
              <a:ext uri="{FF2B5EF4-FFF2-40B4-BE49-F238E27FC236}">
                <a16:creationId xmlns:a16="http://schemas.microsoft.com/office/drawing/2014/main" id="{7DAE4F73-15A8-4A05-F472-14F713BDAE0D}"/>
              </a:ext>
            </a:extLst>
          </p:cNvPr>
          <p:cNvSpPr>
            <a:spLocks noGrp="1"/>
          </p:cNvSpPr>
          <p:nvPr>
            <p:ph type="body" idx="1"/>
          </p:nvPr>
        </p:nvSpPr>
        <p:spPr>
          <a:xfrm>
            <a:off x="913545" y="644237"/>
            <a:ext cx="10121600" cy="2483427"/>
          </a:xfrm>
        </p:spPr>
        <p:txBody>
          <a:bodyPr/>
          <a:lstStyle/>
          <a:p>
            <a:r>
              <a:rPr lang="en-US" sz="1400" b="1" dirty="0">
                <a:solidFill>
                  <a:schemeClr val="tx1"/>
                </a:solidFill>
              </a:rPr>
              <a:t>Among card payments raids with a single passenger(passenger_count =1) comprise the largest proportion , constituting 40.08% of all card transactions.</a:t>
            </a:r>
          </a:p>
          <a:p>
            <a:r>
              <a:rPr lang="en-US" sz="1400" b="1" dirty="0">
                <a:solidFill>
                  <a:schemeClr val="tx1"/>
                </a:solidFill>
              </a:rPr>
              <a:t>Similarly, cash payments are predominantly associated with single passenger rides, making up 20.04% of all cash transactions.</a:t>
            </a:r>
          </a:p>
          <a:p>
            <a:r>
              <a:rPr lang="en-US" sz="1400" b="1" dirty="0">
                <a:solidFill>
                  <a:schemeClr val="tx1"/>
                </a:solidFill>
              </a:rPr>
              <a:t>There is a noticeable decrease in the percentage of transactions as the passenger count increases, suggesting the large groups are less likely to use taxis or may opt for alternative payment methods. </a:t>
            </a:r>
          </a:p>
          <a:p>
            <a:r>
              <a:rPr lang="en-US" sz="1400" b="1" dirty="0">
                <a:solidFill>
                  <a:schemeClr val="tx1"/>
                </a:solidFill>
              </a:rPr>
              <a:t>These insights emphasize the importance of considering both payment method and passenger ground when analyzing transaction data, as they provide valuable insights into customer behavior and preferences</a:t>
            </a:r>
            <a:r>
              <a:rPr lang="en-US" sz="1600" b="1" dirty="0">
                <a:solidFill>
                  <a:schemeClr val="tx1"/>
                </a:solidFill>
              </a:rPr>
              <a:t>.</a:t>
            </a:r>
            <a:endParaRPr lang="en-IN" sz="1600" b="1" dirty="0">
              <a:solidFill>
                <a:schemeClr val="tx1"/>
              </a:solidFill>
            </a:endParaRPr>
          </a:p>
        </p:txBody>
      </p:sp>
      <p:pic>
        <p:nvPicPr>
          <p:cNvPr id="7" name="Picture 6">
            <a:extLst>
              <a:ext uri="{FF2B5EF4-FFF2-40B4-BE49-F238E27FC236}">
                <a16:creationId xmlns:a16="http://schemas.microsoft.com/office/drawing/2014/main" id="{AD8C7894-BDF0-1DD0-FE86-E0BD07E26170}"/>
              </a:ext>
            </a:extLst>
          </p:cNvPr>
          <p:cNvPicPr>
            <a:picLocks noChangeAspect="1"/>
          </p:cNvPicPr>
          <p:nvPr/>
        </p:nvPicPr>
        <p:blipFill>
          <a:blip r:embed="rId2"/>
          <a:stretch>
            <a:fillRect/>
          </a:stretch>
        </p:blipFill>
        <p:spPr>
          <a:xfrm>
            <a:off x="1331769" y="3429000"/>
            <a:ext cx="9528462" cy="3270198"/>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4191943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711DD-17D2-42BA-5B46-F04583C4E645}"/>
              </a:ext>
            </a:extLst>
          </p:cNvPr>
          <p:cNvSpPr>
            <a:spLocks noGrp="1"/>
          </p:cNvSpPr>
          <p:nvPr>
            <p:ph type="title"/>
          </p:nvPr>
        </p:nvSpPr>
        <p:spPr/>
        <p:txBody>
          <a:bodyPr/>
          <a:lstStyle/>
          <a:p>
            <a:r>
              <a:rPr lang="en-US" sz="4400" dirty="0"/>
              <a:t>Hypothesis Testing	</a:t>
            </a:r>
            <a:endParaRPr lang="en-IN" sz="4400" dirty="0"/>
          </a:p>
        </p:txBody>
      </p:sp>
      <p:sp>
        <p:nvSpPr>
          <p:cNvPr id="3" name="Text Placeholder 2">
            <a:extLst>
              <a:ext uri="{FF2B5EF4-FFF2-40B4-BE49-F238E27FC236}">
                <a16:creationId xmlns:a16="http://schemas.microsoft.com/office/drawing/2014/main" id="{AAE68845-8E95-B87C-45FC-16916B9357A7}"/>
              </a:ext>
            </a:extLst>
          </p:cNvPr>
          <p:cNvSpPr>
            <a:spLocks noGrp="1"/>
          </p:cNvSpPr>
          <p:nvPr>
            <p:ph type="body" idx="1"/>
          </p:nvPr>
        </p:nvSpPr>
        <p:spPr/>
        <p:txBody>
          <a:bodyPr/>
          <a:lstStyle/>
          <a:p>
            <a:pPr marL="135464" indent="0">
              <a:buNone/>
            </a:pPr>
            <a:r>
              <a:rPr lang="en-US" sz="2400" dirty="0">
                <a:latin typeface="Garamond" panose="02020404030301010803" pitchFamily="18" charset="0"/>
              </a:rPr>
              <a:t>Null hypothesis – There is a difference in average fare between customers who use credit cards and customers who use cash.</a:t>
            </a:r>
          </a:p>
          <a:p>
            <a:pPr marL="135464" indent="0">
              <a:buNone/>
            </a:pPr>
            <a:endParaRPr lang="en-US" sz="2400" dirty="0">
              <a:latin typeface="Garamond" panose="02020404030301010803" pitchFamily="18" charset="0"/>
            </a:endParaRPr>
          </a:p>
          <a:p>
            <a:pPr marL="135464" indent="0">
              <a:buNone/>
            </a:pPr>
            <a:r>
              <a:rPr lang="en-US" sz="2400" dirty="0">
                <a:latin typeface="Garamond" panose="02020404030301010803" pitchFamily="18" charset="0"/>
              </a:rPr>
              <a:t>Alternative hypothesis - There is a difference in average fare between Customers who use credit cards and customers who use cash.</a:t>
            </a:r>
          </a:p>
          <a:p>
            <a:pPr marL="135464" indent="0">
              <a:buNone/>
            </a:pPr>
            <a:endParaRPr lang="en-US" sz="2400" dirty="0">
              <a:latin typeface="Garamond" panose="02020404030301010803" pitchFamily="18" charset="0"/>
            </a:endParaRPr>
          </a:p>
          <a:p>
            <a:pPr marL="135464" indent="0">
              <a:buNone/>
            </a:pPr>
            <a:r>
              <a:rPr lang="en-US" sz="2400" dirty="0">
                <a:latin typeface="Garamond" panose="02020404030301010803" pitchFamily="18" charset="0"/>
              </a:rPr>
              <a:t>With a T – statistic  of 165.5 and a P- value of less than 0.05 , we reject the null hypothesis, suggesting that there is indeed a significant difference in average fare between the two payment methods.</a:t>
            </a:r>
            <a:endParaRPr lang="en-IN" sz="2400" dirty="0">
              <a:latin typeface="Garamond" panose="02020404030301010803" pitchFamily="18" charset="0"/>
            </a:endParaRPr>
          </a:p>
        </p:txBody>
      </p:sp>
    </p:spTree>
    <p:extLst>
      <p:ext uri="{BB962C8B-B14F-4D97-AF65-F5344CB8AC3E}">
        <p14:creationId xmlns:p14="http://schemas.microsoft.com/office/powerpoint/2010/main" val="13317589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3C9E2-9C45-86E5-8C56-996CBEA3A32A}"/>
              </a:ext>
            </a:extLst>
          </p:cNvPr>
          <p:cNvSpPr>
            <a:spLocks noGrp="1"/>
          </p:cNvSpPr>
          <p:nvPr>
            <p:ph type="title"/>
          </p:nvPr>
        </p:nvSpPr>
        <p:spPr>
          <a:xfrm>
            <a:off x="1035267" y="536933"/>
            <a:ext cx="6955342" cy="1142400"/>
          </a:xfrm>
        </p:spPr>
        <p:txBody>
          <a:bodyPr/>
          <a:lstStyle/>
          <a:p>
            <a:r>
              <a:rPr lang="en-US" sz="4400" dirty="0"/>
              <a:t>Recommendations</a:t>
            </a:r>
            <a:br>
              <a:rPr lang="en-US" sz="4400" dirty="0"/>
            </a:br>
            <a:endParaRPr lang="en-IN" sz="4400" dirty="0"/>
          </a:p>
        </p:txBody>
      </p:sp>
      <p:sp>
        <p:nvSpPr>
          <p:cNvPr id="3" name="Text Placeholder 2">
            <a:extLst>
              <a:ext uri="{FF2B5EF4-FFF2-40B4-BE49-F238E27FC236}">
                <a16:creationId xmlns:a16="http://schemas.microsoft.com/office/drawing/2014/main" id="{E24B54E0-D139-11A3-BE81-6DA0597E8E19}"/>
              </a:ext>
            </a:extLst>
          </p:cNvPr>
          <p:cNvSpPr>
            <a:spLocks noGrp="1"/>
          </p:cNvSpPr>
          <p:nvPr>
            <p:ph type="body" idx="1"/>
          </p:nvPr>
        </p:nvSpPr>
        <p:spPr>
          <a:xfrm>
            <a:off x="1143001" y="2032500"/>
            <a:ext cx="10013866" cy="3910000"/>
          </a:xfrm>
        </p:spPr>
        <p:txBody>
          <a:bodyPr/>
          <a:lstStyle/>
          <a:p>
            <a:pPr marL="135464" indent="0">
              <a:buNone/>
            </a:pPr>
            <a:r>
              <a:rPr lang="en-US" sz="2400" dirty="0">
                <a:latin typeface="Garamond" panose="02020404030301010803" pitchFamily="18" charset="0"/>
              </a:rPr>
              <a:t>Encourage customers to pay with credit cards to capitalize on the potential for generating more revenue for taxi cab drivers.</a:t>
            </a:r>
          </a:p>
          <a:p>
            <a:pPr marL="135464" indent="0">
              <a:buNone/>
            </a:pPr>
            <a:endParaRPr lang="en-US" sz="2400" dirty="0">
              <a:latin typeface="Garamond" panose="02020404030301010803" pitchFamily="18" charset="0"/>
            </a:endParaRPr>
          </a:p>
          <a:p>
            <a:pPr marL="135464" indent="0">
              <a:buNone/>
            </a:pPr>
            <a:r>
              <a:rPr lang="en-US" sz="2400" dirty="0">
                <a:latin typeface="Garamond" panose="02020404030301010803" pitchFamily="18" charset="0"/>
              </a:rPr>
              <a:t>Implement strategies such as offering incentives or discounts for credit cards transactions to incentivize customers to choose this payment method.</a:t>
            </a:r>
          </a:p>
          <a:p>
            <a:pPr marL="135464" indent="0">
              <a:buNone/>
            </a:pPr>
            <a:endParaRPr lang="en-US" sz="2400" dirty="0">
              <a:latin typeface="Garamond" panose="02020404030301010803" pitchFamily="18" charset="0"/>
            </a:endParaRPr>
          </a:p>
          <a:p>
            <a:pPr marL="135464" indent="0">
              <a:buNone/>
            </a:pPr>
            <a:r>
              <a:rPr lang="en-US" sz="2400" dirty="0">
                <a:latin typeface="Garamond" panose="02020404030301010803" pitchFamily="18" charset="0"/>
              </a:rPr>
              <a:t>Provide seamless and secure credit card payment option to enhance customer convenience and encourage adaption of this preferred payment method.</a:t>
            </a:r>
            <a:endParaRPr lang="en-IN" sz="2400" dirty="0">
              <a:latin typeface="Garamond" panose="02020404030301010803" pitchFamily="18" charset="0"/>
            </a:endParaRPr>
          </a:p>
        </p:txBody>
      </p:sp>
      <p:sp>
        <p:nvSpPr>
          <p:cNvPr id="6" name="Oval 5">
            <a:extLst>
              <a:ext uri="{FF2B5EF4-FFF2-40B4-BE49-F238E27FC236}">
                <a16:creationId xmlns:a16="http://schemas.microsoft.com/office/drawing/2014/main" id="{9388D8B8-F7C4-8C11-E00F-03C07E2ED11C}"/>
              </a:ext>
            </a:extLst>
          </p:cNvPr>
          <p:cNvSpPr/>
          <p:nvPr/>
        </p:nvSpPr>
        <p:spPr>
          <a:xfrm>
            <a:off x="79169" y="1973291"/>
            <a:ext cx="997528" cy="1032818"/>
          </a:xfrm>
          <a:prstGeom prst="ellips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5" name="Graphic 4" descr="Lightbulb and gear with solid fill">
            <a:extLst>
              <a:ext uri="{FF2B5EF4-FFF2-40B4-BE49-F238E27FC236}">
                <a16:creationId xmlns:a16="http://schemas.microsoft.com/office/drawing/2014/main" id="{B76CC0A9-0111-4A53-5772-92C39679DD4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0733" y="2032500"/>
            <a:ext cx="914400" cy="914400"/>
          </a:xfrm>
          <a:prstGeom prst="rect">
            <a:avLst/>
          </a:prstGeom>
        </p:spPr>
      </p:pic>
      <p:sp>
        <p:nvSpPr>
          <p:cNvPr id="7" name="Oval 6">
            <a:extLst>
              <a:ext uri="{FF2B5EF4-FFF2-40B4-BE49-F238E27FC236}">
                <a16:creationId xmlns:a16="http://schemas.microsoft.com/office/drawing/2014/main" id="{244574A0-2DE1-1449-376E-69014DF82AC1}"/>
              </a:ext>
            </a:extLst>
          </p:cNvPr>
          <p:cNvSpPr/>
          <p:nvPr/>
        </p:nvSpPr>
        <p:spPr>
          <a:xfrm>
            <a:off x="79169" y="3580418"/>
            <a:ext cx="997528" cy="1032818"/>
          </a:xfrm>
          <a:prstGeom prst="ellips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Oval 7">
            <a:extLst>
              <a:ext uri="{FF2B5EF4-FFF2-40B4-BE49-F238E27FC236}">
                <a16:creationId xmlns:a16="http://schemas.microsoft.com/office/drawing/2014/main" id="{C6777830-CB22-C6DA-CF22-3F1EA19C15BF}"/>
              </a:ext>
            </a:extLst>
          </p:cNvPr>
          <p:cNvSpPr/>
          <p:nvPr/>
        </p:nvSpPr>
        <p:spPr>
          <a:xfrm>
            <a:off x="79169" y="5187545"/>
            <a:ext cx="997528" cy="1032818"/>
          </a:xfrm>
          <a:prstGeom prst="ellips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 name="Graphic 9" descr="Target with solid fill">
            <a:extLst>
              <a:ext uri="{FF2B5EF4-FFF2-40B4-BE49-F238E27FC236}">
                <a16:creationId xmlns:a16="http://schemas.microsoft.com/office/drawing/2014/main" id="{A5468344-CFF4-9B0A-EDB3-9ACC5B75732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6878" y="3639627"/>
            <a:ext cx="914400" cy="914400"/>
          </a:xfrm>
          <a:prstGeom prst="rect">
            <a:avLst/>
          </a:prstGeom>
        </p:spPr>
      </p:pic>
      <p:pic>
        <p:nvPicPr>
          <p:cNvPr id="12" name="Graphic 11" descr="Lock with solid fill">
            <a:extLst>
              <a:ext uri="{FF2B5EF4-FFF2-40B4-BE49-F238E27FC236}">
                <a16:creationId xmlns:a16="http://schemas.microsoft.com/office/drawing/2014/main" id="{CEB2BD92-FB81-AF5D-F3B1-3859779EE43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6878" y="5187545"/>
            <a:ext cx="914400" cy="914400"/>
          </a:xfrm>
          <a:prstGeom prst="rect">
            <a:avLst/>
          </a:prstGeom>
        </p:spPr>
      </p:pic>
    </p:spTree>
    <p:extLst>
      <p:ext uri="{BB962C8B-B14F-4D97-AF65-F5344CB8AC3E}">
        <p14:creationId xmlns:p14="http://schemas.microsoft.com/office/powerpoint/2010/main" val="31335766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DC7778-7E1C-EFB2-FF6C-53721A084E4C}"/>
              </a:ext>
            </a:extLst>
          </p:cNvPr>
          <p:cNvSpPr>
            <a:spLocks noGrp="1"/>
          </p:cNvSpPr>
          <p:nvPr>
            <p:ph type="ctrTitle"/>
          </p:nvPr>
        </p:nvSpPr>
        <p:spPr/>
        <p:txBody>
          <a:bodyPr/>
          <a:lstStyle/>
          <a:p>
            <a:r>
              <a:rPr lang="en-US" dirty="0"/>
              <a:t>Thank You</a:t>
            </a:r>
            <a:endParaRPr lang="en-IN" dirty="0"/>
          </a:p>
        </p:txBody>
      </p:sp>
    </p:spTree>
    <p:extLst>
      <p:ext uri="{BB962C8B-B14F-4D97-AF65-F5344CB8AC3E}">
        <p14:creationId xmlns:p14="http://schemas.microsoft.com/office/powerpoint/2010/main" val="1636283125"/>
      </p:ext>
    </p:extLst>
  </p:cSld>
  <p:clrMapOvr>
    <a:masterClrMapping/>
  </p:clrMapOvr>
</p:sld>
</file>

<file path=ppt/theme/theme1.xml><?xml version="1.0" encoding="utf-8"?>
<a:theme xmlns:a="http://schemas.openxmlformats.org/drawingml/2006/main" name="Volsce template">
  <a:themeElements>
    <a:clrScheme name="Custom 347">
      <a:dk1>
        <a:srgbClr val="252831"/>
      </a:dk1>
      <a:lt1>
        <a:srgbClr val="FFFFFF"/>
      </a:lt1>
      <a:dk2>
        <a:srgbClr val="68728D"/>
      </a:dk2>
      <a:lt2>
        <a:srgbClr val="E9EDF3"/>
      </a:lt2>
      <a:accent1>
        <a:srgbClr val="7D89AC"/>
      </a:accent1>
      <a:accent2>
        <a:srgbClr val="728CD8"/>
      </a:accent2>
      <a:accent3>
        <a:srgbClr val="72D8D8"/>
      </a:accent3>
      <a:accent4>
        <a:srgbClr val="B1D872"/>
      </a:accent4>
      <a:accent5>
        <a:srgbClr val="F8D067"/>
      </a:accent5>
      <a:accent6>
        <a:srgbClr val="BDC3D3"/>
      </a:accent6>
      <a:hlink>
        <a:srgbClr val="7D89AC"/>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Volsce · SlidesCarnival</Template>
  <TotalTime>134</TotalTime>
  <Words>601</Words>
  <Application>Microsoft Office PowerPoint</Application>
  <PresentationFormat>Widescreen</PresentationFormat>
  <Paragraphs>74</Paragraphs>
  <Slides>13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Arial</vt:lpstr>
      <vt:lpstr>Garamond</vt:lpstr>
      <vt:lpstr>Montserrat</vt:lpstr>
      <vt:lpstr>Montserrat Light</vt:lpstr>
      <vt:lpstr>Poppins</vt:lpstr>
      <vt:lpstr>Wingdings</vt:lpstr>
      <vt:lpstr>Volsce template</vt:lpstr>
      <vt:lpstr>Maximizing Revenue For Drivers</vt:lpstr>
      <vt:lpstr>Agenda</vt:lpstr>
      <vt:lpstr>Problem Statement</vt:lpstr>
      <vt:lpstr>Research Question   </vt:lpstr>
      <vt:lpstr>Data Overview</vt:lpstr>
      <vt:lpstr>Methodology</vt:lpstr>
      <vt:lpstr>Key Insights</vt:lpstr>
      <vt:lpstr>Insight</vt:lpstr>
      <vt:lpstr>Preference Of Payment Types</vt:lpstr>
      <vt:lpstr>Passenger Count Analysis</vt:lpstr>
      <vt:lpstr>Hypothesis Testing </vt:lpstr>
      <vt:lpstr>Recommendations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Sanket Vishwakarma</dc:creator>
  <cp:lastModifiedBy>Sanket Vishwakarma</cp:lastModifiedBy>
  <cp:revision>3</cp:revision>
  <dcterms:created xsi:type="dcterms:W3CDTF">2025-10-26T13:40:02Z</dcterms:created>
  <dcterms:modified xsi:type="dcterms:W3CDTF">2025-10-26T17:09:54Z</dcterms:modified>
</cp:coreProperties>
</file>